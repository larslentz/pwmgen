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8" r:id="rId3"/>
  </p:sldMasterIdLst>
  <p:notesMasterIdLst>
    <p:notesMasterId r:id="rId8"/>
  </p:notesMasterIdLst>
  <p:sldIdLst>
    <p:sldId id="258" r:id="rId4"/>
    <p:sldId id="256" r:id="rId5"/>
    <p:sldId id="257" r:id="rId6"/>
    <p:sldId id="259" r:id="rId7"/>
  </p:sldIdLst>
  <p:sldSz cx="10969625" cy="6170613"/>
  <p:notesSz cx="6858000" cy="9144000"/>
  <p:custDataLst>
    <p:tags r:id="rId9"/>
  </p:custDataLst>
  <p:defaultTextStyle>
    <a:defPPr>
      <a:defRPr lang="de-DE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Bosch Office Sans" pitchFamily="34" charset="0"/>
        <a:ea typeface="+mn-ea"/>
        <a:cs typeface="+mn-cs"/>
      </a:defRPr>
    </a:lvl1pPr>
    <a:lvl2pPr marL="411137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Bosch Office Sans" pitchFamily="34" charset="0"/>
        <a:ea typeface="+mn-ea"/>
        <a:cs typeface="+mn-cs"/>
      </a:defRPr>
    </a:lvl2pPr>
    <a:lvl3pPr marL="822275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Bosch Office Sans" pitchFamily="34" charset="0"/>
        <a:ea typeface="+mn-ea"/>
        <a:cs typeface="+mn-cs"/>
      </a:defRPr>
    </a:lvl3pPr>
    <a:lvl4pPr marL="1233411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Bosch Office Sans" pitchFamily="34" charset="0"/>
        <a:ea typeface="+mn-ea"/>
        <a:cs typeface="+mn-cs"/>
      </a:defRPr>
    </a:lvl4pPr>
    <a:lvl5pPr marL="1644549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Bosch Office Sans" pitchFamily="34" charset="0"/>
        <a:ea typeface="+mn-ea"/>
        <a:cs typeface="+mn-cs"/>
      </a:defRPr>
    </a:lvl5pPr>
    <a:lvl6pPr marL="2055686" algn="l" defTabSz="822275" rtl="0" eaLnBrk="1" latinLnBrk="0" hangingPunct="1">
      <a:defRPr kern="1200">
        <a:solidFill>
          <a:schemeClr val="tx1"/>
        </a:solidFill>
        <a:latin typeface="Bosch Office Sans" pitchFamily="34" charset="0"/>
        <a:ea typeface="+mn-ea"/>
        <a:cs typeface="+mn-cs"/>
      </a:defRPr>
    </a:lvl6pPr>
    <a:lvl7pPr marL="2466823" algn="l" defTabSz="822275" rtl="0" eaLnBrk="1" latinLnBrk="0" hangingPunct="1">
      <a:defRPr kern="1200">
        <a:solidFill>
          <a:schemeClr val="tx1"/>
        </a:solidFill>
        <a:latin typeface="Bosch Office Sans" pitchFamily="34" charset="0"/>
        <a:ea typeface="+mn-ea"/>
        <a:cs typeface="+mn-cs"/>
      </a:defRPr>
    </a:lvl7pPr>
    <a:lvl8pPr marL="2877960" algn="l" defTabSz="822275" rtl="0" eaLnBrk="1" latinLnBrk="0" hangingPunct="1">
      <a:defRPr kern="1200">
        <a:solidFill>
          <a:schemeClr val="tx1"/>
        </a:solidFill>
        <a:latin typeface="Bosch Office Sans" pitchFamily="34" charset="0"/>
        <a:ea typeface="+mn-ea"/>
        <a:cs typeface="+mn-cs"/>
      </a:defRPr>
    </a:lvl8pPr>
    <a:lvl9pPr marL="3289097" algn="l" defTabSz="822275" rtl="0" eaLnBrk="1" latinLnBrk="0" hangingPunct="1">
      <a:defRPr kern="1200">
        <a:solidFill>
          <a:schemeClr val="tx1"/>
        </a:solidFill>
        <a:latin typeface="Bosch Office Sans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E440B9B-ED48-45ED-8A1E-5FC1FC33FD19}" v="1" dt="2026-03-18T17:03:49.63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116" d="100"/>
          <a:sy n="116" d="100"/>
        </p:scale>
        <p:origin x="108" y="23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tableStyles" Target="tableStyles.xml"/><Relationship Id="rId3" Type="http://schemas.openxmlformats.org/officeDocument/2006/relationships/slideMaster" Target="slideMasters/slideMaster1.xml"/><Relationship Id="rId7" Type="http://schemas.openxmlformats.org/officeDocument/2006/relationships/slide" Target="slides/slide4.xml"/><Relationship Id="rId12" Type="http://schemas.openxmlformats.org/officeDocument/2006/relationships/theme" Target="theme/theme1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3.xml"/><Relationship Id="rId11" Type="http://schemas.openxmlformats.org/officeDocument/2006/relationships/viewProps" Target="viewProps.xml"/><Relationship Id="rId5" Type="http://schemas.openxmlformats.org/officeDocument/2006/relationships/slide" Target="slides/slide2.xml"/><Relationship Id="rId15" Type="http://schemas.microsoft.com/office/2015/10/relationships/revisionInfo" Target="revisionInfo.xml"/><Relationship Id="rId10" Type="http://schemas.openxmlformats.org/officeDocument/2006/relationships/presProps" Target="presProps.xml"/><Relationship Id="rId4" Type="http://schemas.openxmlformats.org/officeDocument/2006/relationships/slide" Target="slides/slide1.xml"/><Relationship Id="rId9" Type="http://schemas.openxmlformats.org/officeDocument/2006/relationships/tags" Target="tags/tag1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entz Lars (PS-TS/EAC-NA)" userId="e32b0cc6-293c-4a93-9892-a86b8a1b6a2d" providerId="ADAL" clId="{8E440B9B-ED48-45ED-8A1E-5FC1FC33FD19}"/>
    <pc:docChg chg="modSld">
      <pc:chgData name="Lentz Lars (PS-TS/EAC-NA)" userId="e32b0cc6-293c-4a93-9892-a86b8a1b6a2d" providerId="ADAL" clId="{8E440B9B-ED48-45ED-8A1E-5FC1FC33FD19}" dt="2026-03-18T17:04:12.920" v="74" actId="1076"/>
      <pc:docMkLst>
        <pc:docMk/>
      </pc:docMkLst>
      <pc:sldChg chg="addSp modSp mod">
        <pc:chgData name="Lentz Lars (PS-TS/EAC-NA)" userId="e32b0cc6-293c-4a93-9892-a86b8a1b6a2d" providerId="ADAL" clId="{8E440B9B-ED48-45ED-8A1E-5FC1FC33FD19}" dt="2026-03-18T17:04:12.920" v="74" actId="1076"/>
        <pc:sldMkLst>
          <pc:docMk/>
          <pc:sldMk cId="3856776250" sldId="259"/>
        </pc:sldMkLst>
        <pc:spChg chg="mod">
          <ac:chgData name="Lentz Lars (PS-TS/EAC-NA)" userId="e32b0cc6-293c-4a93-9892-a86b8a1b6a2d" providerId="ADAL" clId="{8E440B9B-ED48-45ED-8A1E-5FC1FC33FD19}" dt="2026-03-18T17:02:59.717" v="33" actId="20577"/>
          <ac:spMkLst>
            <pc:docMk/>
            <pc:sldMk cId="3856776250" sldId="259"/>
            <ac:spMk id="4" creationId="{966124C7-3E8F-A98A-638B-5D6F5D2EA282}"/>
          </ac:spMkLst>
        </pc:spChg>
        <pc:spChg chg="add mod">
          <ac:chgData name="Lentz Lars (PS-TS/EAC-NA)" userId="e32b0cc6-293c-4a93-9892-a86b8a1b6a2d" providerId="ADAL" clId="{8E440B9B-ED48-45ED-8A1E-5FC1FC33FD19}" dt="2026-03-18T17:04:12.920" v="74" actId="1076"/>
          <ac:spMkLst>
            <pc:docMk/>
            <pc:sldMk cId="3856776250" sldId="259"/>
            <ac:spMk id="31" creationId="{4655158A-1487-195B-77BA-64CCD5C9135C}"/>
          </ac:spMkLst>
        </pc:spChg>
        <pc:cxnChg chg="mod">
          <ac:chgData name="Lentz Lars (PS-TS/EAC-NA)" userId="e32b0cc6-293c-4a93-9892-a86b8a1b6a2d" providerId="ADAL" clId="{8E440B9B-ED48-45ED-8A1E-5FC1FC33FD19}" dt="2026-03-18T17:02:59.065" v="30" actId="20577"/>
          <ac:cxnSpMkLst>
            <pc:docMk/>
            <pc:sldMk cId="3856776250" sldId="259"/>
            <ac:cxnSpMk id="5" creationId="{7BC92BAE-512F-A75C-DED0-296F9117C59E}"/>
          </ac:cxnSpMkLst>
        </pc:cxn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007911F-CEAF-4F0B-98BD-EFB38C6572AA}" type="datetimeFigureOut">
              <a:rPr lang="de-DE" smtClean="0"/>
              <a:t>18.03.2026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92D48B2-9EB0-4B37-9B35-FC11E2EA535A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0315397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wm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wmf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wmf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wmf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wmf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wmf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7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wmf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8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.wmf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1.png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1.png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horizontal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Logo">
            <a:extLst>
              <a:ext uri="{FF2B5EF4-FFF2-40B4-BE49-F238E27FC236}">
                <a16:creationId xmlns:a16="http://schemas.microsoft.com/office/drawing/2014/main" id="{BF558F48-F6D6-4568-8DA6-55FAE81CC26F}"/>
              </a:ext>
            </a:extLst>
          </p:cNvPr>
          <p:cNvPicPr>
            <a:picLocks noSelect="1"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79054" y="5676108"/>
            <a:ext cx="1015200" cy="276683"/>
          </a:xfrm>
          <a:prstGeom prst="rect">
            <a:avLst/>
          </a:prstGeom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7FD8C3B7-D4C2-49FB-A234-B9EF65EF0E25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47200" y="2602898"/>
            <a:ext cx="9268637" cy="1507549"/>
          </a:xfrm>
          <a:ln w="0">
            <a:noFill/>
          </a:ln>
          <a:effectLst/>
        </p:spPr>
        <p:txBody>
          <a:bodyPr anchor="b" anchorCtr="0">
            <a:normAutofit/>
          </a:bodyPr>
          <a:lstStyle>
            <a:lvl1pPr algn="l">
              <a:lnSpc>
                <a:spcPct val="100000"/>
              </a:lnSpc>
              <a:defRPr sz="4000" b="1" kern="0" cap="none" baseline="0">
                <a:solidFill>
                  <a:schemeClr val="tx1"/>
                </a:solidFill>
              </a:defRPr>
            </a:lvl1pPr>
          </a:lstStyle>
          <a:p>
            <a:r>
              <a:rPr lang="en-US" noProof="1"/>
              <a:t>Presentation title</a:t>
            </a:r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77B0DFCC-F037-4745-849A-E2902A32AC76}"/>
              </a:ext>
            </a:extLst>
          </p:cNvPr>
          <p:cNvSpPr>
            <a:spLocks noGrp="1"/>
          </p:cNvSpPr>
          <p:nvPr>
            <p:ph type="body" sz="quarter" idx="1" hasCustomPrompt="1"/>
          </p:nvPr>
        </p:nvSpPr>
        <p:spPr>
          <a:xfrm>
            <a:off x="547200" y="4241130"/>
            <a:ext cx="9268637" cy="1254369"/>
          </a:xfrm>
        </p:spPr>
        <p:txBody>
          <a:bodyPr>
            <a:normAutofit/>
          </a:bodyPr>
          <a:lstStyle>
            <a:lvl1pPr marL="0" indent="0">
              <a:buFontTx/>
              <a:buNone/>
              <a:defRPr sz="24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371600" indent="0">
              <a:buFontTx/>
              <a:buNone/>
              <a:defRPr/>
            </a:lvl5pPr>
          </a:lstStyle>
          <a:p>
            <a:pPr lvl="0"/>
            <a:r>
              <a:rPr lang="en-US" noProof="1"/>
              <a:t>Name, Department, Date</a:t>
            </a:r>
          </a:p>
        </p:txBody>
      </p:sp>
      <p:pic>
        <p:nvPicPr>
          <p:cNvPr id="4" name="SuperGraphic">
            <a:extLst>
              <a:ext uri="{FF2B5EF4-FFF2-40B4-BE49-F238E27FC236}">
                <a16:creationId xmlns:a16="http://schemas.microsoft.com/office/drawing/2014/main" id="{862C2846-F73C-4F37-B810-57D2567D11EB}"/>
              </a:ext>
            </a:extLst>
          </p:cNvPr>
          <p:cNvPicPr>
            <a:picLocks noSelect="1"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0"/>
            <a:ext cx="10969200" cy="2056725"/>
          </a:xfrm>
          <a:prstGeom prst="rect">
            <a:avLst/>
          </a:prstGeom>
        </p:spPr>
      </p:pic>
      <p:sp>
        <p:nvSpPr>
          <p:cNvPr id="2" name="Bosch_footer_conf">
            <a:extLst>
              <a:ext uri="{FF2B5EF4-FFF2-40B4-BE49-F238E27FC236}">
                <a16:creationId xmlns:a16="http://schemas.microsoft.com/office/drawing/2014/main" id="{EB4CC976-E504-9F9B-AAA8-4B8F85DDABEF}"/>
              </a:ext>
            </a:extLst>
          </p:cNvPr>
          <p:cNvSpPr txBox="1"/>
          <p:nvPr userDrawn="1"/>
        </p:nvSpPr>
        <p:spPr>
          <a:xfrm>
            <a:off x="547200" y="5688000"/>
            <a:ext cx="9126000" cy="10795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7000"/>
              </a:lnSpc>
              <a:spcBef>
                <a:spcPts val="0"/>
              </a:spcBef>
              <a:spcAft>
                <a:spcPts val="100"/>
              </a:spcAft>
              <a:buClrTx/>
              <a:buSzTx/>
              <a:buFontTx/>
              <a:buNone/>
              <a:tabLst/>
              <a:defRPr/>
            </a:pPr>
            <a:r>
              <a:rPr lang="en-US" sz="600" b="1" kern="0" baseline="0" noProof="1">
                <a:solidFill>
                  <a:srgbClr val="D70012"/>
                </a:solidFill>
                <a:latin typeface="+mn-lt"/>
              </a:rPr>
              <a:t>Internal C-SC1</a:t>
            </a:r>
            <a:endParaRPr lang="en-US" sz="600" kern="0" baseline="0" noProof="1">
              <a:solidFill>
                <a:schemeClr val="tx1"/>
              </a:solidFill>
              <a:latin typeface="+mn-lt"/>
            </a:endParaRPr>
          </a:p>
          <a:p>
            <a:pPr marR="0" defTabSz="914400" eaLnBrk="1" fontAlgn="auto" latinLnBrk="0" hangingPunct="1">
              <a:lnSpc>
                <a:spcPct val="107000"/>
              </a:lnSpc>
              <a:spcBef>
                <a:spcPts val="0"/>
              </a:spcBef>
              <a:spcAft>
                <a:spcPts val="100"/>
              </a:spcAft>
              <a:buClrTx/>
              <a:buSzTx/>
              <a:buFontTx/>
              <a:buNone/>
              <a:tabLst/>
            </a:pPr>
            <a:endParaRPr kumimoji="0" lang="en-US" sz="600" b="0" i="0" u="none" strike="noStrike" kern="0" cap="none" spc="0" normalizeH="0" baseline="0" noProof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149848536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>
        <p15:guide id="1" pos="342" userDrawn="1">
          <p15:clr>
            <a:srgbClr val="FBAE40"/>
          </p15:clr>
        </p15:guide>
        <p15:guide id="2" pos="6185" userDrawn="1">
          <p15:clr>
            <a:srgbClr val="FBAE40"/>
          </p15:clr>
        </p15:guide>
        <p15:guide id="3" orient="horz" pos="1639" userDrawn="1">
          <p15:clr>
            <a:srgbClr val="FBAE40"/>
          </p15:clr>
        </p15:guide>
        <p15:guide id="4" orient="horz" pos="2590" userDrawn="1">
          <p15:clr>
            <a:srgbClr val="FBAE40"/>
          </p15:clr>
        </p15:guide>
        <p15:guide id="5" orient="horz" pos="2669" userDrawn="1">
          <p15:clr>
            <a:srgbClr val="FBAE40"/>
          </p15:clr>
        </p15:guide>
        <p15:guide id="6" orient="horz" pos="3463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vertical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Logo">
            <a:extLst>
              <a:ext uri="{FF2B5EF4-FFF2-40B4-BE49-F238E27FC236}">
                <a16:creationId xmlns:a16="http://schemas.microsoft.com/office/drawing/2014/main" id="{43858496-C239-47F8-BDF4-1C95D89182D0}"/>
              </a:ext>
            </a:extLst>
          </p:cNvPr>
          <p:cNvPicPr>
            <a:picLocks noSelect="1"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79054" y="5676108"/>
            <a:ext cx="1015200" cy="276683"/>
          </a:xfrm>
          <a:prstGeom prst="rect">
            <a:avLst/>
          </a:prstGeom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7FD8C3B7-D4C2-49FB-A234-B9EF65EF0E25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289593" y="1152144"/>
            <a:ext cx="7132831" cy="2044365"/>
          </a:xfrm>
          <a:ln w="0">
            <a:noFill/>
          </a:ln>
          <a:effectLst/>
        </p:spPr>
        <p:txBody>
          <a:bodyPr anchor="b" anchorCtr="0">
            <a:normAutofit/>
          </a:bodyPr>
          <a:lstStyle>
            <a:lvl1pPr algn="l">
              <a:lnSpc>
                <a:spcPct val="100000"/>
              </a:lnSpc>
              <a:defRPr sz="4000" b="1" kern="0" cap="none" baseline="0">
                <a:solidFill>
                  <a:schemeClr val="tx1"/>
                </a:solidFill>
              </a:defRPr>
            </a:lvl1pPr>
          </a:lstStyle>
          <a:p>
            <a:r>
              <a:rPr lang="en-US" noProof="1"/>
              <a:t>Presentation title</a:t>
            </a:r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55C2B86F-C1CA-4E64-9221-A99B4E89D289}"/>
              </a:ext>
            </a:extLst>
          </p:cNvPr>
          <p:cNvSpPr>
            <a:spLocks noGrp="1"/>
          </p:cNvSpPr>
          <p:nvPr>
            <p:ph type="body" sz="quarter" idx="1" hasCustomPrompt="1"/>
          </p:nvPr>
        </p:nvSpPr>
        <p:spPr>
          <a:xfrm>
            <a:off x="3289593" y="3327191"/>
            <a:ext cx="7132831" cy="1254369"/>
          </a:xfrm>
        </p:spPr>
        <p:txBody>
          <a:bodyPr>
            <a:normAutofit/>
          </a:bodyPr>
          <a:lstStyle>
            <a:lvl1pPr marL="0" indent="0">
              <a:buFontTx/>
              <a:buNone/>
              <a:defRPr sz="24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371600" indent="0">
              <a:buFontTx/>
              <a:buNone/>
              <a:defRPr/>
            </a:lvl5pPr>
          </a:lstStyle>
          <a:p>
            <a:pPr lvl="0"/>
            <a:r>
              <a:rPr lang="en-US" noProof="1"/>
              <a:t>Name, Department, Date</a:t>
            </a:r>
          </a:p>
        </p:txBody>
      </p:sp>
      <p:pic>
        <p:nvPicPr>
          <p:cNvPr id="3" name="SuperGraphic">
            <a:extLst>
              <a:ext uri="{FF2B5EF4-FFF2-40B4-BE49-F238E27FC236}">
                <a16:creationId xmlns:a16="http://schemas.microsoft.com/office/drawing/2014/main" id="{8E3B306C-041F-4487-8C98-1BF9B6BE172F}"/>
              </a:ext>
            </a:extLst>
          </p:cNvPr>
          <p:cNvPicPr>
            <a:picLocks noSelect="1"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2742494" cy="6170613"/>
          </a:xfrm>
          <a:prstGeom prst="rect">
            <a:avLst/>
          </a:prstGeom>
        </p:spPr>
      </p:pic>
      <p:sp>
        <p:nvSpPr>
          <p:cNvPr id="2" name="Bosch_footer_conf">
            <a:extLst>
              <a:ext uri="{FF2B5EF4-FFF2-40B4-BE49-F238E27FC236}">
                <a16:creationId xmlns:a16="http://schemas.microsoft.com/office/drawing/2014/main" id="{37724B12-9637-FD34-B3B0-53E9BF1D1434}"/>
              </a:ext>
            </a:extLst>
          </p:cNvPr>
          <p:cNvSpPr txBox="1"/>
          <p:nvPr userDrawn="1"/>
        </p:nvSpPr>
        <p:spPr>
          <a:xfrm>
            <a:off x="3279600" y="5688000"/>
            <a:ext cx="6354000" cy="10795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7000"/>
              </a:lnSpc>
              <a:spcBef>
                <a:spcPts val="0"/>
              </a:spcBef>
              <a:spcAft>
                <a:spcPts val="100"/>
              </a:spcAft>
              <a:buClrTx/>
              <a:buSzTx/>
              <a:buFontTx/>
              <a:buNone/>
              <a:tabLst/>
              <a:defRPr/>
            </a:pPr>
            <a:r>
              <a:rPr lang="en-US" sz="600" b="1" kern="0" baseline="0" noProof="1">
                <a:solidFill>
                  <a:srgbClr val="D70012"/>
                </a:solidFill>
                <a:latin typeface="+mn-lt"/>
              </a:rPr>
              <a:t>Internal C-SC1</a:t>
            </a:r>
            <a:endParaRPr lang="en-US" sz="600" kern="0" baseline="0" noProof="1">
              <a:solidFill>
                <a:schemeClr val="tx1"/>
              </a:solidFill>
              <a:latin typeface="+mn-lt"/>
            </a:endParaRPr>
          </a:p>
          <a:p>
            <a:pPr marR="0" defTabSz="914400" eaLnBrk="1" fontAlgn="auto" latinLnBrk="0" hangingPunct="1">
              <a:lnSpc>
                <a:spcPct val="107000"/>
              </a:lnSpc>
              <a:spcBef>
                <a:spcPts val="0"/>
              </a:spcBef>
              <a:spcAft>
                <a:spcPts val="100"/>
              </a:spcAft>
              <a:buClrTx/>
              <a:buSzTx/>
              <a:buFontTx/>
              <a:buNone/>
              <a:tabLst/>
            </a:pPr>
            <a:endParaRPr kumimoji="0" lang="en-US" sz="600" b="0" i="0" u="none" strike="noStrike" kern="0" cap="none" spc="0" normalizeH="0" baseline="0" noProof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621930316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>
        <p15:guide id="1" pos="2070" userDrawn="1">
          <p15:clr>
            <a:srgbClr val="FBAE40"/>
          </p15:clr>
        </p15:guide>
        <p15:guide id="2" pos="6566" userDrawn="1">
          <p15:clr>
            <a:srgbClr val="FBAE40"/>
          </p15:clr>
        </p15:guide>
        <p15:guide id="3" orient="horz" pos="2093" userDrawn="1">
          <p15:clr>
            <a:srgbClr val="FBAE40"/>
          </p15:clr>
        </p15:guide>
        <p15:guide id="4" orient="horz" pos="2014" userDrawn="1">
          <p15:clr>
            <a:srgbClr val="FBAE40"/>
          </p15:clr>
        </p15:guide>
        <p15:guide id="5" orient="horz" pos="3473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hapter horizontal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Logo">
            <a:extLst>
              <a:ext uri="{FF2B5EF4-FFF2-40B4-BE49-F238E27FC236}">
                <a16:creationId xmlns:a16="http://schemas.microsoft.com/office/drawing/2014/main" id="{E881C9CD-D10B-4CDB-B44D-3FBD5D07A516}"/>
              </a:ext>
            </a:extLst>
          </p:cNvPr>
          <p:cNvPicPr>
            <a:picLocks noSelect="1"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79054" y="5676108"/>
            <a:ext cx="1015200" cy="276683"/>
          </a:xfrm>
          <a:prstGeom prst="rect">
            <a:avLst/>
          </a:prstGeom>
        </p:spPr>
      </p:pic>
      <p:sp>
        <p:nvSpPr>
          <p:cNvPr id="6" name="Chapter_title">
            <a:extLst>
              <a:ext uri="{FF2B5EF4-FFF2-40B4-BE49-F238E27FC236}">
                <a16:creationId xmlns:a16="http://schemas.microsoft.com/office/drawing/2014/main" id="{EE80FFE3-B9B2-433E-9111-10990FD419AB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47200" y="2602896"/>
            <a:ext cx="9268637" cy="2892602"/>
          </a:xfrm>
          <a:ln w="0">
            <a:noFill/>
          </a:ln>
          <a:effectLst/>
        </p:spPr>
        <p:txBody>
          <a:bodyPr anchor="t" anchorCtr="0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FontTx/>
              <a:buNone/>
              <a:defRPr sz="4000" b="1" kern="0" cap="none" baseline="0">
                <a:solidFill>
                  <a:schemeClr val="tx1"/>
                </a:solidFill>
              </a:defRPr>
            </a:lvl1pPr>
          </a:lstStyle>
          <a:p>
            <a:r>
              <a:rPr lang="en-US" noProof="1"/>
              <a:t>Chapter title</a:t>
            </a:r>
          </a:p>
        </p:txBody>
      </p:sp>
      <p:sp>
        <p:nvSpPr>
          <p:cNvPr id="3" name="RectangleCol">
            <a:extLst>
              <a:ext uri="{FF2B5EF4-FFF2-40B4-BE49-F238E27FC236}">
                <a16:creationId xmlns:a16="http://schemas.microsoft.com/office/drawing/2014/main" id="{5DD958C9-7251-4FEC-9785-C1A6CE9F6847}"/>
              </a:ext>
            </a:extLst>
          </p:cNvPr>
          <p:cNvSpPr>
            <a:spLocks noSelect="1" noChangeAspect="1"/>
          </p:cNvSpPr>
          <p:nvPr userDrawn="1"/>
        </p:nvSpPr>
        <p:spPr>
          <a:xfrm>
            <a:off x="0" y="99"/>
            <a:ext cx="10969625" cy="2055600"/>
          </a:xfrm>
          <a:prstGeom prst="rect">
            <a:avLst/>
          </a:prstGeom>
          <a:solidFill>
            <a:schemeClr val="accent1"/>
          </a:solidFill>
          <a:ln w="9525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de-DE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Bosch Office Sans"/>
              <a:ea typeface="+mn-ea"/>
              <a:cs typeface="+mn-cs"/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9EAE105-4DC3-4775-A78C-B758C32ACFF6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65781" y="98"/>
            <a:ext cx="2207942" cy="2055600"/>
          </a:xfrm>
        </p:spPr>
        <p:txBody>
          <a:bodyPr bIns="72000" anchor="ctr"/>
          <a:lstStyle>
            <a:lvl1pPr marL="0" indent="0">
              <a:lnSpc>
                <a:spcPct val="100000"/>
              </a:lnSpc>
              <a:spcBef>
                <a:spcPts val="500"/>
              </a:spcBef>
              <a:buFontTx/>
              <a:buNone/>
              <a:defRPr sz="15000" b="1" kern="0" baseline="0">
                <a:solidFill>
                  <a:schemeClr val="bg1"/>
                </a:solidFill>
              </a:defRPr>
            </a:lvl1pPr>
            <a:lvl2pPr marL="198000" indent="0">
              <a:buFontTx/>
              <a:buNone/>
              <a:defRPr/>
            </a:lvl2pPr>
            <a:lvl3pPr marL="414000" indent="0">
              <a:buFontTx/>
              <a:buNone/>
              <a:defRPr/>
            </a:lvl3pPr>
            <a:lvl4pPr marL="612000" indent="0">
              <a:buFontTx/>
              <a:buNone/>
              <a:defRPr/>
            </a:lvl4pPr>
            <a:lvl5pPr marL="612000" indent="0">
              <a:buFontTx/>
              <a:buNone/>
              <a:defRPr/>
            </a:lvl5pPr>
          </a:lstStyle>
          <a:p>
            <a:pPr lvl="0"/>
            <a:r>
              <a:rPr lang="en-US"/>
              <a:t>00</a:t>
            </a:r>
          </a:p>
        </p:txBody>
      </p:sp>
      <p:pic>
        <p:nvPicPr>
          <p:cNvPr id="7" name="SuperGraphic">
            <a:extLst>
              <a:ext uri="{FF2B5EF4-FFF2-40B4-BE49-F238E27FC236}">
                <a16:creationId xmlns:a16="http://schemas.microsoft.com/office/drawing/2014/main" id="{B94F8A84-08DD-4D80-9910-12CC38592318}"/>
              </a:ext>
            </a:extLst>
          </p:cNvPr>
          <p:cNvPicPr>
            <a:picLocks noSelect="1"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102000"/>
            <a:ext cx="10969200" cy="68556"/>
          </a:xfrm>
          <a:prstGeom prst="rect">
            <a:avLst/>
          </a:prstGeom>
        </p:spPr>
      </p:pic>
      <p:sp>
        <p:nvSpPr>
          <p:cNvPr id="2" name="Bosch_footer_conf">
            <a:extLst>
              <a:ext uri="{FF2B5EF4-FFF2-40B4-BE49-F238E27FC236}">
                <a16:creationId xmlns:a16="http://schemas.microsoft.com/office/drawing/2014/main" id="{DB38986C-DCE5-D964-B0BA-9AB589C96711}"/>
              </a:ext>
            </a:extLst>
          </p:cNvPr>
          <p:cNvSpPr txBox="1"/>
          <p:nvPr userDrawn="1"/>
        </p:nvSpPr>
        <p:spPr>
          <a:xfrm>
            <a:off x="547200" y="5688000"/>
            <a:ext cx="9126000" cy="10795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7000"/>
              </a:lnSpc>
              <a:spcBef>
                <a:spcPts val="0"/>
              </a:spcBef>
              <a:spcAft>
                <a:spcPts val="100"/>
              </a:spcAft>
              <a:buClrTx/>
              <a:buSzTx/>
              <a:buFontTx/>
              <a:buNone/>
              <a:tabLst/>
              <a:defRPr/>
            </a:pPr>
            <a:r>
              <a:rPr lang="en-US" sz="600" b="1" kern="0" baseline="0" noProof="1">
                <a:solidFill>
                  <a:srgbClr val="D70012"/>
                </a:solidFill>
                <a:latin typeface="+mn-lt"/>
              </a:rPr>
              <a:t>Internal C-SC1</a:t>
            </a:r>
            <a:endParaRPr lang="en-US" sz="600" kern="0" baseline="0" noProof="1">
              <a:solidFill>
                <a:schemeClr val="tx1"/>
              </a:solidFill>
              <a:latin typeface="+mn-lt"/>
            </a:endParaRPr>
          </a:p>
          <a:p>
            <a:pPr marR="0" defTabSz="914400" eaLnBrk="1" fontAlgn="auto" latinLnBrk="0" hangingPunct="1">
              <a:lnSpc>
                <a:spcPct val="107000"/>
              </a:lnSpc>
              <a:spcBef>
                <a:spcPts val="0"/>
              </a:spcBef>
              <a:spcAft>
                <a:spcPts val="100"/>
              </a:spcAft>
              <a:buClrTx/>
              <a:buSzTx/>
              <a:buFontTx/>
              <a:buNone/>
              <a:tabLst/>
            </a:pPr>
            <a:endParaRPr kumimoji="0" lang="en-US" sz="600" b="0" i="0" u="none" strike="noStrike" kern="0" cap="none" spc="0" normalizeH="0" baseline="0" noProof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828809399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>
        <p15:guide id="1" pos="342" userDrawn="1">
          <p15:clr>
            <a:srgbClr val="FBAE40"/>
          </p15:clr>
        </p15:guide>
        <p15:guide id="2" pos="6185" userDrawn="1">
          <p15:clr>
            <a:srgbClr val="FBAE40"/>
          </p15:clr>
        </p15:guide>
        <p15:guide id="3" orient="horz" pos="1639" userDrawn="1">
          <p15:clr>
            <a:srgbClr val="FBAE40"/>
          </p15:clr>
        </p15:guide>
        <p15:guide id="4" orient="horz" pos="3463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hapter vertical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Logo">
            <a:extLst>
              <a:ext uri="{FF2B5EF4-FFF2-40B4-BE49-F238E27FC236}">
                <a16:creationId xmlns:a16="http://schemas.microsoft.com/office/drawing/2014/main" id="{E5083679-3829-4F0B-9E1A-B4E6F314AFD2}"/>
              </a:ext>
            </a:extLst>
          </p:cNvPr>
          <p:cNvPicPr>
            <a:picLocks noSelect="1"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79054" y="5676108"/>
            <a:ext cx="1015200" cy="276683"/>
          </a:xfrm>
          <a:prstGeom prst="rect">
            <a:avLst/>
          </a:prstGeom>
        </p:spPr>
      </p:pic>
      <p:sp>
        <p:nvSpPr>
          <p:cNvPr id="6" name="Chapter_title">
            <a:extLst>
              <a:ext uri="{FF2B5EF4-FFF2-40B4-BE49-F238E27FC236}">
                <a16:creationId xmlns:a16="http://schemas.microsoft.com/office/drawing/2014/main" id="{EE80FFE3-B9B2-433E-9111-10990FD419AB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279831" y="1200075"/>
            <a:ext cx="7072741" cy="3142785"/>
          </a:xfrm>
          <a:ln w="0">
            <a:noFill/>
          </a:ln>
          <a:effectLst/>
        </p:spPr>
        <p:txBody>
          <a:bodyPr anchor="t" anchorCtr="0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FontTx/>
              <a:buNone/>
              <a:defRPr sz="4000" b="1" kern="0" cap="none" baseline="0">
                <a:solidFill>
                  <a:schemeClr val="tx1"/>
                </a:solidFill>
              </a:defRPr>
            </a:lvl1pPr>
          </a:lstStyle>
          <a:p>
            <a:r>
              <a:rPr lang="en-US" noProof="1"/>
              <a:t>Chapter title</a:t>
            </a:r>
          </a:p>
        </p:txBody>
      </p:sp>
      <p:sp>
        <p:nvSpPr>
          <p:cNvPr id="3" name="RectangleCol">
            <a:extLst>
              <a:ext uri="{FF2B5EF4-FFF2-40B4-BE49-F238E27FC236}">
                <a16:creationId xmlns:a16="http://schemas.microsoft.com/office/drawing/2014/main" id="{5DD958C9-7251-4FEC-9785-C1A6CE9F6847}"/>
              </a:ext>
            </a:extLst>
          </p:cNvPr>
          <p:cNvSpPr>
            <a:spLocks noSelect="1" noChangeAspect="1"/>
          </p:cNvSpPr>
          <p:nvPr userDrawn="1"/>
        </p:nvSpPr>
        <p:spPr>
          <a:xfrm>
            <a:off x="-1" y="99"/>
            <a:ext cx="2739600" cy="6170514"/>
          </a:xfrm>
          <a:prstGeom prst="rect">
            <a:avLst/>
          </a:prstGeom>
          <a:solidFill>
            <a:schemeClr val="accent1"/>
          </a:solidFill>
          <a:ln w="9525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de-DE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Bosch Office Sans"/>
              <a:ea typeface="+mn-ea"/>
              <a:cs typeface="+mn-cs"/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9EAE105-4DC3-4775-A78C-B758C32ACFF6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64400" y="99"/>
            <a:ext cx="2207942" cy="2055600"/>
          </a:xfrm>
        </p:spPr>
        <p:txBody>
          <a:bodyPr bIns="72000" anchor="ctr"/>
          <a:lstStyle>
            <a:lvl1pPr marL="0" indent="0">
              <a:lnSpc>
                <a:spcPct val="100000"/>
              </a:lnSpc>
              <a:spcBef>
                <a:spcPts val="500"/>
              </a:spcBef>
              <a:buFontTx/>
              <a:buNone/>
              <a:defRPr sz="15000" b="1" kern="0" baseline="0">
                <a:solidFill>
                  <a:schemeClr val="bg1"/>
                </a:solidFill>
              </a:defRPr>
            </a:lvl1pPr>
            <a:lvl2pPr marL="198000" indent="0">
              <a:buFontTx/>
              <a:buNone/>
              <a:defRPr/>
            </a:lvl2pPr>
            <a:lvl3pPr marL="414000" indent="0">
              <a:buFontTx/>
              <a:buNone/>
              <a:defRPr/>
            </a:lvl3pPr>
            <a:lvl4pPr marL="612000" indent="0">
              <a:buFontTx/>
              <a:buNone/>
              <a:defRPr/>
            </a:lvl4pPr>
            <a:lvl5pPr marL="612000" indent="0">
              <a:buFontTx/>
              <a:buNone/>
              <a:defRPr/>
            </a:lvl5pPr>
          </a:lstStyle>
          <a:p>
            <a:pPr lvl="0"/>
            <a:r>
              <a:rPr lang="en-US"/>
              <a:t>00</a:t>
            </a:r>
          </a:p>
        </p:txBody>
      </p:sp>
      <p:pic>
        <p:nvPicPr>
          <p:cNvPr id="5" name="SuperGraphic">
            <a:extLst>
              <a:ext uri="{FF2B5EF4-FFF2-40B4-BE49-F238E27FC236}">
                <a16:creationId xmlns:a16="http://schemas.microsoft.com/office/drawing/2014/main" id="{B93399BE-B0B2-44B3-8FAE-18A968B3CDA4}"/>
              </a:ext>
            </a:extLst>
          </p:cNvPr>
          <p:cNvPicPr>
            <a:picLocks noSelect="1"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00799" y="0"/>
            <a:ext cx="68562" cy="6170613"/>
          </a:xfrm>
          <a:prstGeom prst="rect">
            <a:avLst/>
          </a:prstGeom>
        </p:spPr>
      </p:pic>
      <p:sp>
        <p:nvSpPr>
          <p:cNvPr id="2" name="Bosch_footer_conf">
            <a:extLst>
              <a:ext uri="{FF2B5EF4-FFF2-40B4-BE49-F238E27FC236}">
                <a16:creationId xmlns:a16="http://schemas.microsoft.com/office/drawing/2014/main" id="{9615C293-AF3D-B45D-E4FB-BC09FDE03C19}"/>
              </a:ext>
            </a:extLst>
          </p:cNvPr>
          <p:cNvSpPr txBox="1"/>
          <p:nvPr userDrawn="1"/>
        </p:nvSpPr>
        <p:spPr>
          <a:xfrm>
            <a:off x="3279600" y="5688000"/>
            <a:ext cx="6354000" cy="10795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7000"/>
              </a:lnSpc>
              <a:spcBef>
                <a:spcPts val="0"/>
              </a:spcBef>
              <a:spcAft>
                <a:spcPts val="100"/>
              </a:spcAft>
              <a:buClrTx/>
              <a:buSzTx/>
              <a:buFontTx/>
              <a:buNone/>
              <a:tabLst/>
              <a:defRPr/>
            </a:pPr>
            <a:r>
              <a:rPr lang="en-US" sz="600" b="1" kern="0" baseline="0" noProof="1">
                <a:solidFill>
                  <a:srgbClr val="D70012"/>
                </a:solidFill>
                <a:latin typeface="+mn-lt"/>
              </a:rPr>
              <a:t>Internal C-SC1</a:t>
            </a:r>
            <a:endParaRPr lang="en-US" sz="600" kern="0" baseline="0" noProof="1">
              <a:solidFill>
                <a:schemeClr val="tx1"/>
              </a:solidFill>
              <a:latin typeface="+mn-lt"/>
            </a:endParaRPr>
          </a:p>
          <a:p>
            <a:pPr marR="0" defTabSz="914400" eaLnBrk="1" fontAlgn="auto" latinLnBrk="0" hangingPunct="1">
              <a:lnSpc>
                <a:spcPct val="107000"/>
              </a:lnSpc>
              <a:spcBef>
                <a:spcPts val="0"/>
              </a:spcBef>
              <a:spcAft>
                <a:spcPts val="100"/>
              </a:spcAft>
              <a:buClrTx/>
              <a:buSzTx/>
              <a:buFontTx/>
              <a:buNone/>
              <a:tabLst/>
            </a:pPr>
            <a:endParaRPr kumimoji="0" lang="en-US" sz="600" b="0" i="0" u="none" strike="noStrike" kern="0" cap="none" spc="0" normalizeH="0" baseline="0" noProof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833081435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>
        <p15:guide id="1" pos="2064" userDrawn="1">
          <p15:clr>
            <a:srgbClr val="FBAE40"/>
          </p15:clr>
        </p15:guide>
        <p15:guide id="2" pos="6524" userDrawn="1">
          <p15:clr>
            <a:srgbClr val="FBAE40"/>
          </p15:clr>
        </p15:guide>
        <p15:guide id="3" orient="horz" pos="754" userDrawn="1">
          <p15:clr>
            <a:srgbClr val="FBAE40"/>
          </p15:clr>
        </p15:guide>
        <p15:guide id="4" orient="horz" pos="2738" userDrawn="1">
          <p15:clr>
            <a:srgbClr val="FBAE40"/>
          </p15:clr>
        </p15:guide>
        <p15:guide id="5" pos="290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Full picture without text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Logo">
            <a:extLst>
              <a:ext uri="{FF2B5EF4-FFF2-40B4-BE49-F238E27FC236}">
                <a16:creationId xmlns:a16="http://schemas.microsoft.com/office/drawing/2014/main" id="{926F8EF2-FFD9-4D48-A076-77C0B811BAB0}"/>
              </a:ext>
            </a:extLst>
          </p:cNvPr>
          <p:cNvPicPr>
            <a:picLocks noSelect="1"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79054" y="5676108"/>
            <a:ext cx="1015200" cy="276683"/>
          </a:xfrm>
          <a:prstGeom prst="rect">
            <a:avLst/>
          </a:prstGeom>
        </p:spPr>
      </p:pic>
      <p:pic>
        <p:nvPicPr>
          <p:cNvPr id="7" name="SuperGraphic">
            <a:extLst>
              <a:ext uri="{FF2B5EF4-FFF2-40B4-BE49-F238E27FC236}">
                <a16:creationId xmlns:a16="http://schemas.microsoft.com/office/drawing/2014/main" id="{B94F8A84-08DD-4D80-9910-12CC38592318}"/>
              </a:ext>
            </a:extLst>
          </p:cNvPr>
          <p:cNvPicPr>
            <a:picLocks noSelect="1"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102000"/>
            <a:ext cx="10969200" cy="68556"/>
          </a:xfrm>
          <a:prstGeom prst="rect">
            <a:avLst/>
          </a:prstGeom>
        </p:spPr>
      </p:pic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E4BBAF9A-7C35-481A-A051-34156DE6B27D}"/>
              </a:ext>
            </a:extLst>
          </p:cNvPr>
          <p:cNvSpPr>
            <a:spLocks noGrp="1"/>
          </p:cNvSpPr>
          <p:nvPr>
            <p:ph type="pic" sz="quarter" idx="1" hasCustomPrompt="1"/>
          </p:nvPr>
        </p:nvSpPr>
        <p:spPr>
          <a:xfrm>
            <a:off x="0" y="0"/>
            <a:ext cx="10969625" cy="5536800"/>
          </a:xfrm>
          <a:blipFill dpi="0" rotWithShape="1">
            <a:blip r:embed="rId4">
              <a:alphaModFix amt="70000"/>
            </a:blip>
            <a:srcRect/>
            <a:stretch>
              <a:fillRect/>
            </a:stretch>
          </a:blipFill>
        </p:spPr>
        <p:txBody>
          <a:bodyPr anchor="ctr"/>
          <a:lstStyle>
            <a:lvl1pPr marL="0" indent="0" algn="ctr">
              <a:lnSpc>
                <a:spcPct val="600000"/>
              </a:lnSpc>
              <a:buFontTx/>
              <a:buNone/>
              <a:defRPr sz="900"/>
            </a:lvl1pPr>
          </a:lstStyle>
          <a:p>
            <a:r>
              <a:rPr lang="en-US" noProof="1"/>
              <a:t>Insert photo</a:t>
            </a:r>
          </a:p>
        </p:txBody>
      </p:sp>
    </p:spTree>
    <p:extLst>
      <p:ext uri="{BB962C8B-B14F-4D97-AF65-F5344CB8AC3E}">
        <p14:creationId xmlns:p14="http://schemas.microsoft.com/office/powerpoint/2010/main" val="765800943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>
        <p15:guide id="4" orient="horz" pos="3489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Full picture with text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Logo">
            <a:extLst>
              <a:ext uri="{FF2B5EF4-FFF2-40B4-BE49-F238E27FC236}">
                <a16:creationId xmlns:a16="http://schemas.microsoft.com/office/drawing/2014/main" id="{B77066FA-8AE8-47E2-8A79-1355389EE471}"/>
              </a:ext>
            </a:extLst>
          </p:cNvPr>
          <p:cNvPicPr>
            <a:picLocks noSelect="1"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79054" y="5676108"/>
            <a:ext cx="1015200" cy="276683"/>
          </a:xfrm>
          <a:prstGeom prst="rect">
            <a:avLst/>
          </a:prstGeom>
        </p:spPr>
      </p:pic>
      <p:pic>
        <p:nvPicPr>
          <p:cNvPr id="7" name="SuperGraphic">
            <a:extLst>
              <a:ext uri="{FF2B5EF4-FFF2-40B4-BE49-F238E27FC236}">
                <a16:creationId xmlns:a16="http://schemas.microsoft.com/office/drawing/2014/main" id="{B94F8A84-08DD-4D80-9910-12CC38592318}"/>
              </a:ext>
            </a:extLst>
          </p:cNvPr>
          <p:cNvPicPr>
            <a:picLocks noSelect="1"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102000"/>
            <a:ext cx="10969200" cy="68556"/>
          </a:xfrm>
          <a:prstGeom prst="rect">
            <a:avLst/>
          </a:prstGeom>
        </p:spPr>
      </p:pic>
      <p:sp>
        <p:nvSpPr>
          <p:cNvPr id="9" name="Picture Placeholder 4">
            <a:extLst>
              <a:ext uri="{FF2B5EF4-FFF2-40B4-BE49-F238E27FC236}">
                <a16:creationId xmlns:a16="http://schemas.microsoft.com/office/drawing/2014/main" id="{E3AE72B7-66D7-4755-9A92-9BAA3A80886F}"/>
              </a:ext>
            </a:extLst>
          </p:cNvPr>
          <p:cNvSpPr>
            <a:spLocks noGrp="1"/>
          </p:cNvSpPr>
          <p:nvPr>
            <p:ph type="pic" sz="quarter" idx="1" hasCustomPrompt="1"/>
          </p:nvPr>
        </p:nvSpPr>
        <p:spPr>
          <a:xfrm>
            <a:off x="0" y="0"/>
            <a:ext cx="10969625" cy="5536800"/>
          </a:xfrm>
          <a:blipFill dpi="0" rotWithShape="1">
            <a:blip r:embed="rId4">
              <a:alphaModFix amt="70000"/>
            </a:blip>
            <a:srcRect/>
            <a:stretch>
              <a:fillRect/>
            </a:stretch>
          </a:blipFill>
        </p:spPr>
        <p:txBody>
          <a:bodyPr anchor="ctr"/>
          <a:lstStyle>
            <a:lvl1pPr marL="0" indent="0" algn="ctr">
              <a:lnSpc>
                <a:spcPct val="600000"/>
              </a:lnSpc>
              <a:buFontTx/>
              <a:buNone/>
              <a:defRPr sz="900"/>
            </a:lvl1pPr>
          </a:lstStyle>
          <a:p>
            <a:r>
              <a:rPr lang="en-US" noProof="1"/>
              <a:t>Insert photo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346B548-69AA-497B-BD64-E14E4F9EA5F6}"/>
              </a:ext>
            </a:extLst>
          </p:cNvPr>
          <p:cNvSpPr>
            <a:spLocks noGrp="1"/>
          </p:cNvSpPr>
          <p:nvPr>
            <p:ph type="body" sz="quarter" idx="2" hasCustomPrompt="1"/>
          </p:nvPr>
        </p:nvSpPr>
        <p:spPr>
          <a:xfrm>
            <a:off x="406800" y="1036800"/>
            <a:ext cx="3780000" cy="2484000"/>
          </a:xfrm>
          <a:solidFill>
            <a:schemeClr val="bg1"/>
          </a:solidFill>
        </p:spPr>
        <p:txBody>
          <a:bodyPr lIns="252000" tIns="216000" rIns="252000" bIns="216000">
            <a:normAutofit/>
          </a:bodyPr>
          <a:lstStyle>
            <a:lvl1pPr marL="0" indent="0">
              <a:buFontTx/>
              <a:buNone/>
              <a:defRPr/>
            </a:lvl1pPr>
            <a:lvl2pPr marL="198000" indent="0">
              <a:buFontTx/>
              <a:buNone/>
              <a:defRPr/>
            </a:lvl2pPr>
            <a:lvl3pPr marL="414000" indent="0">
              <a:buFontTx/>
              <a:buNone/>
              <a:defRPr/>
            </a:lvl3pPr>
            <a:lvl4pPr marL="612000" indent="0">
              <a:buFontTx/>
              <a:buNone/>
              <a:defRPr/>
            </a:lvl4pPr>
            <a:lvl5pPr marL="612000" indent="0">
              <a:buFontTx/>
              <a:buNone/>
              <a:defRPr/>
            </a:lvl5pPr>
          </a:lstStyle>
          <a:p>
            <a:pPr lvl="0"/>
            <a:r>
              <a:rPr lang="en-US" noProof="1"/>
              <a:t>Add Text</a:t>
            </a:r>
          </a:p>
        </p:txBody>
      </p:sp>
    </p:spTree>
    <p:extLst>
      <p:ext uri="{BB962C8B-B14F-4D97-AF65-F5344CB8AC3E}">
        <p14:creationId xmlns:p14="http://schemas.microsoft.com/office/powerpoint/2010/main" val="764896579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>
        <p15:guide id="4" orient="horz" pos="3489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plit horizontal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Logo">
            <a:extLst>
              <a:ext uri="{FF2B5EF4-FFF2-40B4-BE49-F238E27FC236}">
                <a16:creationId xmlns:a16="http://schemas.microsoft.com/office/drawing/2014/main" id="{1630DC1C-C3C8-477E-AC19-4DC706EB4992}"/>
              </a:ext>
            </a:extLst>
          </p:cNvPr>
          <p:cNvPicPr>
            <a:picLocks noSelect="1"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79054" y="5676108"/>
            <a:ext cx="1015200" cy="276683"/>
          </a:xfrm>
          <a:prstGeom prst="rect">
            <a:avLst/>
          </a:prstGeom>
        </p:spPr>
      </p:pic>
      <p:pic>
        <p:nvPicPr>
          <p:cNvPr id="7" name="SuperGraphic">
            <a:extLst>
              <a:ext uri="{FF2B5EF4-FFF2-40B4-BE49-F238E27FC236}">
                <a16:creationId xmlns:a16="http://schemas.microsoft.com/office/drawing/2014/main" id="{B94F8A84-08DD-4D80-9910-12CC38592318}"/>
              </a:ext>
            </a:extLst>
          </p:cNvPr>
          <p:cNvPicPr>
            <a:picLocks noSelect="1"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102000"/>
            <a:ext cx="10969200" cy="68556"/>
          </a:xfrm>
          <a:prstGeom prst="rect">
            <a:avLst/>
          </a:prstGeom>
        </p:spPr>
      </p:pic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E4BBAF9A-7C35-481A-A051-34156DE6B27D}"/>
              </a:ext>
            </a:extLst>
          </p:cNvPr>
          <p:cNvSpPr>
            <a:spLocks noGrp="1"/>
          </p:cNvSpPr>
          <p:nvPr>
            <p:ph type="pic" sz="quarter" idx="1" hasCustomPrompt="1"/>
          </p:nvPr>
        </p:nvSpPr>
        <p:spPr>
          <a:xfrm>
            <a:off x="0" y="0"/>
            <a:ext cx="10969625" cy="3085200"/>
          </a:xfrm>
          <a:blipFill dpi="0" rotWithShape="1">
            <a:blip r:embed="rId4">
              <a:alphaModFix amt="70000"/>
            </a:blip>
            <a:srcRect/>
            <a:stretch>
              <a:fillRect/>
            </a:stretch>
          </a:blipFill>
        </p:spPr>
        <p:txBody>
          <a:bodyPr anchor="ctr"/>
          <a:lstStyle>
            <a:lvl1pPr marL="0" indent="0" algn="ctr">
              <a:lnSpc>
                <a:spcPct val="600000"/>
              </a:lnSpc>
              <a:buFontTx/>
              <a:buNone/>
              <a:defRPr sz="900"/>
            </a:lvl1pPr>
          </a:lstStyle>
          <a:p>
            <a:r>
              <a:rPr lang="en-US" noProof="1"/>
              <a:t>Insert photo</a:t>
            </a:r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990CB4FC-C276-4DB5-A6E3-49DD9BC66B63}"/>
              </a:ext>
            </a:extLst>
          </p:cNvPr>
          <p:cNvSpPr>
            <a:spLocks noGrp="1"/>
          </p:cNvSpPr>
          <p:nvPr>
            <p:ph type="body" sz="quarter" idx="2" hasCustomPrompt="1"/>
          </p:nvPr>
        </p:nvSpPr>
        <p:spPr>
          <a:xfrm>
            <a:off x="205199" y="3495705"/>
            <a:ext cx="10558800" cy="2041094"/>
          </a:xfrm>
        </p:spPr>
        <p:txBody>
          <a:bodyPr lIns="0" tIns="0" rIns="0" bIns="0">
            <a:normAutofit/>
          </a:bodyPr>
          <a:lstStyle>
            <a:lvl1pPr marL="0" indent="0">
              <a:buFontTx/>
              <a:buNone/>
              <a:defRPr/>
            </a:lvl1pPr>
            <a:lvl2pPr marL="198000" indent="0">
              <a:buFontTx/>
              <a:buNone/>
              <a:defRPr/>
            </a:lvl2pPr>
            <a:lvl3pPr marL="414000" indent="0">
              <a:buFontTx/>
              <a:buNone/>
              <a:defRPr/>
            </a:lvl3pPr>
            <a:lvl4pPr marL="612000" indent="0">
              <a:buFontTx/>
              <a:buNone/>
              <a:defRPr/>
            </a:lvl4pPr>
            <a:lvl5pPr marL="612000" indent="0">
              <a:buFontTx/>
              <a:buNone/>
              <a:defRPr/>
            </a:lvl5pPr>
          </a:lstStyle>
          <a:p>
            <a:pPr lvl="0"/>
            <a:r>
              <a:rPr lang="en-US" noProof="1"/>
              <a:t>Add Text</a:t>
            </a:r>
          </a:p>
        </p:txBody>
      </p:sp>
    </p:spTree>
    <p:extLst>
      <p:ext uri="{BB962C8B-B14F-4D97-AF65-F5344CB8AC3E}">
        <p14:creationId xmlns:p14="http://schemas.microsoft.com/office/powerpoint/2010/main" val="832061445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>
        <p15:guide id="1" pos="128" userDrawn="1">
          <p15:clr>
            <a:srgbClr val="FBAE40"/>
          </p15:clr>
        </p15:guide>
        <p15:guide id="2" pos="6784" userDrawn="1">
          <p15:clr>
            <a:srgbClr val="FBAE40"/>
          </p15:clr>
        </p15:guide>
        <p15:guide id="3" orient="horz" pos="1949" userDrawn="1">
          <p15:clr>
            <a:srgbClr val="FBAE40"/>
          </p15:clr>
        </p15:guide>
        <p15:guide id="4" orient="horz" pos="3489" userDrawn="1">
          <p15:clr>
            <a:srgbClr val="FBAE40"/>
          </p15:clr>
        </p15:guide>
        <p15:guide id="5" orient="horz" pos="2202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plit vertical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Logo">
            <a:extLst>
              <a:ext uri="{FF2B5EF4-FFF2-40B4-BE49-F238E27FC236}">
                <a16:creationId xmlns:a16="http://schemas.microsoft.com/office/drawing/2014/main" id="{FD4E5E48-387B-4CE0-80BE-1097F697DAD5}"/>
              </a:ext>
            </a:extLst>
          </p:cNvPr>
          <p:cNvPicPr>
            <a:picLocks noSelect="1"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79054" y="5676108"/>
            <a:ext cx="1015200" cy="276683"/>
          </a:xfrm>
          <a:prstGeom prst="rect">
            <a:avLst/>
          </a:prstGeom>
        </p:spPr>
      </p:pic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E4BBAF9A-7C35-481A-A051-34156DE6B27D}"/>
              </a:ext>
            </a:extLst>
          </p:cNvPr>
          <p:cNvSpPr>
            <a:spLocks noGrp="1"/>
          </p:cNvSpPr>
          <p:nvPr>
            <p:ph type="pic" sz="quarter" idx="1" hasCustomPrompt="1"/>
          </p:nvPr>
        </p:nvSpPr>
        <p:spPr>
          <a:xfrm>
            <a:off x="0" y="0"/>
            <a:ext cx="5486400" cy="6170400"/>
          </a:xfrm>
          <a:blipFill dpi="0" rotWithShape="1">
            <a:blip r:embed="rId3">
              <a:alphaModFix amt="70000"/>
            </a:blip>
            <a:srcRect/>
            <a:stretch>
              <a:fillRect/>
            </a:stretch>
          </a:blipFill>
        </p:spPr>
        <p:txBody>
          <a:bodyPr anchor="ctr"/>
          <a:lstStyle>
            <a:lvl1pPr marL="0" indent="0" algn="ctr">
              <a:lnSpc>
                <a:spcPct val="600000"/>
              </a:lnSpc>
              <a:buFontTx/>
              <a:buNone/>
              <a:defRPr sz="900"/>
            </a:lvl1pPr>
          </a:lstStyle>
          <a:p>
            <a:r>
              <a:rPr lang="en-US" noProof="1"/>
              <a:t>Insert photo</a:t>
            </a:r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D6647D1E-89E9-4244-B52F-555902731C7A}"/>
              </a:ext>
            </a:extLst>
          </p:cNvPr>
          <p:cNvSpPr>
            <a:spLocks noGrp="1"/>
          </p:cNvSpPr>
          <p:nvPr>
            <p:ph type="body" sz="quarter" idx="2" hasCustomPrompt="1"/>
          </p:nvPr>
        </p:nvSpPr>
        <p:spPr>
          <a:xfrm>
            <a:off x="5895302" y="410492"/>
            <a:ext cx="4596486" cy="5126308"/>
          </a:xfrm>
        </p:spPr>
        <p:txBody>
          <a:bodyPr lIns="0" tIns="0" rIns="0" bIns="0">
            <a:normAutofit/>
          </a:bodyPr>
          <a:lstStyle>
            <a:lvl1pPr marL="0" indent="0">
              <a:buFontTx/>
              <a:buNone/>
              <a:defRPr/>
            </a:lvl1pPr>
            <a:lvl2pPr marL="198000" indent="0">
              <a:buFontTx/>
              <a:buNone/>
              <a:defRPr/>
            </a:lvl2pPr>
            <a:lvl3pPr marL="414000" indent="0">
              <a:buFontTx/>
              <a:buNone/>
              <a:defRPr/>
            </a:lvl3pPr>
            <a:lvl4pPr marL="612000" indent="0">
              <a:buFontTx/>
              <a:buNone/>
              <a:defRPr/>
            </a:lvl4pPr>
            <a:lvl5pPr marL="612000" indent="0">
              <a:buFontTx/>
              <a:buNone/>
              <a:defRPr/>
            </a:lvl5pPr>
          </a:lstStyle>
          <a:p>
            <a:pPr lvl="0"/>
            <a:r>
              <a:rPr lang="en-US" noProof="1"/>
              <a:t>Add Text</a:t>
            </a:r>
          </a:p>
        </p:txBody>
      </p:sp>
      <p:pic>
        <p:nvPicPr>
          <p:cNvPr id="6" name="SuperGraphic">
            <a:extLst>
              <a:ext uri="{FF2B5EF4-FFF2-40B4-BE49-F238E27FC236}">
                <a16:creationId xmlns:a16="http://schemas.microsoft.com/office/drawing/2014/main" id="{2D38AACD-EB97-4B81-ACAA-2074E22BBC01}"/>
              </a:ext>
            </a:extLst>
          </p:cNvPr>
          <p:cNvPicPr>
            <a:picLocks noSelect="1"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00799" y="0"/>
            <a:ext cx="68562" cy="61706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6700591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>
        <p15:guide id="1" pos="3456" userDrawn="1">
          <p15:clr>
            <a:srgbClr val="FBAE40"/>
          </p15:clr>
        </p15:guide>
        <p15:guide id="2" pos="6609" userDrawn="1">
          <p15:clr>
            <a:srgbClr val="FBAE40"/>
          </p15:clr>
        </p15:guide>
        <p15:guide id="3" orient="horz" pos="257" userDrawn="1">
          <p15:clr>
            <a:srgbClr val="FBAE40"/>
          </p15:clr>
        </p15:guide>
        <p15:guide id="4" orient="horz" pos="3489" userDrawn="1">
          <p15:clr>
            <a:srgbClr val="FBAE40"/>
          </p15:clr>
        </p15:guide>
        <p15:guide id="5" pos="3713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White logo horizontal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E4BBAF9A-7C35-481A-A051-34156DE6B27D}"/>
              </a:ext>
            </a:extLst>
          </p:cNvPr>
          <p:cNvSpPr>
            <a:spLocks noGrp="1"/>
          </p:cNvSpPr>
          <p:nvPr>
            <p:ph type="pic" sz="quarter" idx="1" hasCustomPrompt="1"/>
          </p:nvPr>
        </p:nvSpPr>
        <p:spPr>
          <a:xfrm>
            <a:off x="0" y="-1"/>
            <a:ext cx="10969625" cy="6102967"/>
          </a:xfrm>
          <a:blipFill dpi="0" rotWithShape="1">
            <a:blip r:embed="rId2">
              <a:alphaModFix amt="70000"/>
            </a:blip>
            <a:srcRect/>
            <a:stretch>
              <a:fillRect/>
            </a:stretch>
          </a:blipFill>
        </p:spPr>
        <p:txBody>
          <a:bodyPr anchor="ctr"/>
          <a:lstStyle>
            <a:lvl1pPr marL="0" indent="0" algn="ctr">
              <a:lnSpc>
                <a:spcPct val="600000"/>
              </a:lnSpc>
              <a:buFontTx/>
              <a:buNone/>
              <a:defRPr sz="900"/>
            </a:lvl1pPr>
          </a:lstStyle>
          <a:p>
            <a:r>
              <a:rPr lang="en-US" noProof="1"/>
              <a:t>Insert photo</a:t>
            </a:r>
          </a:p>
        </p:txBody>
      </p:sp>
      <p:pic>
        <p:nvPicPr>
          <p:cNvPr id="7" name="SuperGraphic">
            <a:extLst>
              <a:ext uri="{FF2B5EF4-FFF2-40B4-BE49-F238E27FC236}">
                <a16:creationId xmlns:a16="http://schemas.microsoft.com/office/drawing/2014/main" id="{B94F8A84-08DD-4D80-9910-12CC38592318}"/>
              </a:ext>
            </a:extLst>
          </p:cNvPr>
          <p:cNvPicPr>
            <a:picLocks noSelect="1"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102000"/>
            <a:ext cx="10969200" cy="68556"/>
          </a:xfrm>
          <a:prstGeom prst="rect">
            <a:avLst/>
          </a:prstGeom>
        </p:spPr>
      </p:pic>
      <p:sp>
        <p:nvSpPr>
          <p:cNvPr id="6" name="Logo">
            <a:extLst>
              <a:ext uri="{FF2B5EF4-FFF2-40B4-BE49-F238E27FC236}">
                <a16:creationId xmlns:a16="http://schemas.microsoft.com/office/drawing/2014/main" id="{0C8D7868-566A-E406-AA76-0F7E438D3810}"/>
              </a:ext>
            </a:extLst>
          </p:cNvPr>
          <p:cNvSpPr>
            <a:spLocks noGrp="1"/>
          </p:cNvSpPr>
          <p:nvPr>
            <p:ph type="body" sz="quarter" idx="99" hasCustomPrompt="1"/>
          </p:nvPr>
        </p:nvSpPr>
        <p:spPr>
          <a:xfrm>
            <a:off x="9672212" y="5561282"/>
            <a:ext cx="1231531" cy="506144"/>
          </a:xfrm>
          <a:blipFill>
            <a:blip r:embed="rId4"/>
            <a:stretch>
              <a:fillRect/>
            </a:stretch>
          </a:blipFill>
        </p:spPr>
        <p:txBody>
          <a:bodyPr anchor="t" anchorCtr="0"/>
          <a:lstStyle>
            <a:lvl1pPr marL="0" indent="0" algn="l">
              <a:buFontTx/>
              <a:buNone/>
              <a:defRPr sz="100">
                <a:noFill/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371600" indent="0">
              <a:buFontTx/>
              <a:buNone/>
              <a:defRPr/>
            </a:lvl5pPr>
          </a:lstStyle>
          <a:p>
            <a:pPr lvl="0"/>
            <a:r>
              <a:rPr lang="en-US"/>
              <a:t> </a:t>
            </a: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451357742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>
        <p15:guide id="4" orient="horz" pos="3844" userDrawn="1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White logo vertical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E4BBAF9A-7C35-481A-A051-34156DE6B27D}"/>
              </a:ext>
            </a:extLst>
          </p:cNvPr>
          <p:cNvSpPr>
            <a:spLocks noGrp="1"/>
          </p:cNvSpPr>
          <p:nvPr>
            <p:ph type="pic" sz="quarter" idx="1" hasCustomPrompt="1"/>
          </p:nvPr>
        </p:nvSpPr>
        <p:spPr>
          <a:xfrm>
            <a:off x="-1" y="0"/>
            <a:ext cx="10899775" cy="6170400"/>
          </a:xfrm>
          <a:blipFill dpi="0" rotWithShape="1">
            <a:blip r:embed="rId2">
              <a:alphaModFix amt="70000"/>
            </a:blip>
            <a:srcRect/>
            <a:stretch>
              <a:fillRect/>
            </a:stretch>
          </a:blipFill>
        </p:spPr>
        <p:txBody>
          <a:bodyPr anchor="ctr"/>
          <a:lstStyle>
            <a:lvl1pPr marL="0" indent="0" algn="ctr">
              <a:lnSpc>
                <a:spcPct val="600000"/>
              </a:lnSpc>
              <a:buFontTx/>
              <a:buNone/>
              <a:defRPr sz="900"/>
            </a:lvl1pPr>
          </a:lstStyle>
          <a:p>
            <a:r>
              <a:rPr lang="en-US" noProof="1"/>
              <a:t>Insert photo</a:t>
            </a:r>
          </a:p>
        </p:txBody>
      </p:sp>
      <p:pic>
        <p:nvPicPr>
          <p:cNvPr id="6" name="SuperGraphic">
            <a:extLst>
              <a:ext uri="{FF2B5EF4-FFF2-40B4-BE49-F238E27FC236}">
                <a16:creationId xmlns:a16="http://schemas.microsoft.com/office/drawing/2014/main" id="{2D38AACD-EB97-4B81-ACAA-2074E22BBC01}"/>
              </a:ext>
            </a:extLst>
          </p:cNvPr>
          <p:cNvPicPr>
            <a:picLocks noSelect="1"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00799" y="0"/>
            <a:ext cx="68562" cy="6170613"/>
          </a:xfrm>
          <a:prstGeom prst="rect">
            <a:avLst/>
          </a:prstGeom>
        </p:spPr>
      </p:pic>
      <p:sp>
        <p:nvSpPr>
          <p:cNvPr id="2" name="Logo">
            <a:extLst>
              <a:ext uri="{FF2B5EF4-FFF2-40B4-BE49-F238E27FC236}">
                <a16:creationId xmlns:a16="http://schemas.microsoft.com/office/drawing/2014/main" id="{F002D116-88B8-2720-FAAC-860765E59F72}"/>
              </a:ext>
            </a:extLst>
          </p:cNvPr>
          <p:cNvSpPr>
            <a:spLocks noGrp="1"/>
          </p:cNvSpPr>
          <p:nvPr>
            <p:ph type="body" sz="quarter" idx="99" hasCustomPrompt="1"/>
          </p:nvPr>
        </p:nvSpPr>
        <p:spPr>
          <a:xfrm>
            <a:off x="9672212" y="5561282"/>
            <a:ext cx="1231531" cy="506144"/>
          </a:xfrm>
          <a:blipFill>
            <a:blip r:embed="rId4"/>
            <a:stretch>
              <a:fillRect/>
            </a:stretch>
          </a:blipFill>
        </p:spPr>
        <p:txBody>
          <a:bodyPr anchor="t" anchorCtr="0"/>
          <a:lstStyle>
            <a:lvl1pPr marL="0" indent="0" algn="l">
              <a:buFontTx/>
              <a:buNone/>
              <a:defRPr sz="100">
                <a:noFill/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371600" indent="0">
              <a:buFontTx/>
              <a:buNone/>
              <a:defRPr/>
            </a:lvl5pPr>
          </a:lstStyle>
          <a:p>
            <a:pPr lvl="0"/>
            <a:r>
              <a:rPr lang="en-US"/>
              <a:t> </a:t>
            </a: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382321029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>
        <p15:guide id="2" pos="6866" userDrawn="1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 Content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">
            <a:extLst>
              <a:ext uri="{FF2B5EF4-FFF2-40B4-BE49-F238E27FC236}">
                <a16:creationId xmlns:a16="http://schemas.microsoft.com/office/drawing/2014/main" id="{DE43D273-A15E-4B64-AFD2-1388D749B69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05200" y="648000"/>
            <a:ext cx="10558800" cy="388800"/>
          </a:xfrm>
        </p:spPr>
        <p:txBody>
          <a:bodyPr/>
          <a:lstStyle>
            <a:lvl1pPr>
              <a:defRPr kern="1200" baseline="0"/>
            </a:lvl1pPr>
          </a:lstStyle>
          <a:p>
            <a:r>
              <a:rPr lang="en-US" noProof="1"/>
              <a:t>Add Slide Title</a:t>
            </a:r>
          </a:p>
        </p:txBody>
      </p:sp>
      <p:sp>
        <p:nvSpPr>
          <p:cNvPr id="15" name="Chapter_titleonly">
            <a:extLst>
              <a:ext uri="{FF2B5EF4-FFF2-40B4-BE49-F238E27FC236}">
                <a16:creationId xmlns:a16="http://schemas.microsoft.com/office/drawing/2014/main" id="{5B281E01-A653-4813-BC65-8900B31D115A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05200" y="259200"/>
            <a:ext cx="10558800" cy="388800"/>
          </a:xfrm>
        </p:spPr>
        <p:txBody>
          <a:bodyPr/>
          <a:lstStyle>
            <a:lvl1pPr marL="0" indent="0">
              <a:lnSpc>
                <a:spcPct val="89000"/>
              </a:lnSpc>
              <a:spcBef>
                <a:spcPts val="0"/>
              </a:spcBef>
              <a:buNone/>
              <a:defRPr sz="2800" kern="0" baseline="0">
                <a:solidFill>
                  <a:schemeClr val="tx1"/>
                </a:solidFill>
              </a:defRPr>
            </a:lvl1pPr>
            <a:lvl2pPr marL="233983" indent="0">
              <a:buNone/>
              <a:defRPr sz="2800"/>
            </a:lvl2pPr>
            <a:lvl3pPr marL="525562" indent="0">
              <a:buNone/>
              <a:defRPr sz="2800"/>
            </a:lvl3pPr>
            <a:lvl4pPr marL="748745" indent="0">
              <a:buNone/>
              <a:defRPr sz="2800"/>
            </a:lvl4pPr>
            <a:lvl5pPr marL="748745" indent="0">
              <a:buNone/>
              <a:defRPr sz="2800"/>
            </a:lvl5pPr>
          </a:lstStyle>
          <a:p>
            <a:pPr lvl="0"/>
            <a:r>
              <a:rPr lang="en-US" noProof="1"/>
              <a:t>Add Chapter Title</a:t>
            </a:r>
          </a:p>
        </p:txBody>
      </p:sp>
      <p:sp>
        <p:nvSpPr>
          <p:cNvPr id="10" name="AttachmentRemark">
            <a:extLst>
              <a:ext uri="{FF2B5EF4-FFF2-40B4-BE49-F238E27FC236}">
                <a16:creationId xmlns:a16="http://schemas.microsoft.com/office/drawing/2014/main" id="{8883D326-CEAD-4903-8269-B2D194C3C224}"/>
              </a:ext>
            </a:extLst>
          </p:cNvPr>
          <p:cNvSpPr>
            <a:spLocks/>
          </p:cNvSpPr>
          <p:nvPr userDrawn="1"/>
        </p:nvSpPr>
        <p:spPr>
          <a:xfrm>
            <a:off x="9224010" y="259080"/>
            <a:ext cx="1691640" cy="777240"/>
          </a:xfrm>
          <a:prstGeom prst="rect">
            <a:avLst/>
          </a:prstGeom>
          <a:noFill/>
          <a:ln w="0" cap="flat" cmpd="sng" algn="ctr">
            <a:noFill/>
            <a:prstDash val="solid"/>
          </a:ln>
          <a:effectLst/>
        </p:spPr>
        <p:txBody>
          <a:bodyPr wrap="square" lIns="0" tIns="17779" rIns="0" bIns="0" rtlCol="0" anchor="t">
            <a:normAutofit/>
          </a:bodyPr>
          <a:lstStyle/>
          <a:p>
            <a:pPr rtl="0">
              <a:lnSpc>
                <a:spcPts val="900"/>
              </a:lnSpc>
            </a:pPr>
            <a:r>
              <a:rPr lang="en-US" sz="550" b="0" i="0" u="none" strike="noStrike" kern="0" baseline="0" noProof="1">
                <a:solidFill>
                  <a:srgbClr val="000000"/>
                </a:solidFill>
                <a:latin typeface="+mn-lt"/>
              </a:rPr>
              <a:t> </a:t>
            </a:r>
          </a:p>
        </p:txBody>
      </p:sp>
      <p:sp>
        <p:nvSpPr>
          <p:cNvPr id="5" name="Inhaltsplatzhalter 4">
            <a:extLst>
              <a:ext uri="{FF2B5EF4-FFF2-40B4-BE49-F238E27FC236}">
                <a16:creationId xmlns:a16="http://schemas.microsoft.com/office/drawing/2014/main" id="{4D46C5CB-CB38-4AD2-99D2-34C738DF30C0}"/>
              </a:ext>
            </a:extLst>
          </p:cNvPr>
          <p:cNvSpPr>
            <a:spLocks noGrp="1"/>
          </p:cNvSpPr>
          <p:nvPr>
            <p:ph sz="quarter" idx="1" hasCustomPrompt="1"/>
          </p:nvPr>
        </p:nvSpPr>
        <p:spPr>
          <a:xfrm>
            <a:off x="205200" y="1296000"/>
            <a:ext cx="10558800" cy="42408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Add Text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83261F3-E57F-4170-BD7E-F44931BED2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98AEC0-503E-4FA4-859C-D0F72D6E3F79}" type="slidenum">
              <a:rPr lang="en-US" noProof="1" smtClean="0"/>
              <a:pPr/>
              <a:t>‹#›</a:t>
            </a:fld>
            <a:endParaRPr lang="en-US" noProof="1"/>
          </a:p>
        </p:txBody>
      </p:sp>
    </p:spTree>
    <p:extLst>
      <p:ext uri="{BB962C8B-B14F-4D97-AF65-F5344CB8AC3E}">
        <p14:creationId xmlns:p14="http://schemas.microsoft.com/office/powerpoint/2010/main" val="89773828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128" userDrawn="1">
          <p15:clr>
            <a:srgbClr val="FBAE40"/>
          </p15:clr>
        </p15:guide>
        <p15:guide id="2" pos="6784" userDrawn="1">
          <p15:clr>
            <a:srgbClr val="FBAE40"/>
          </p15:clr>
        </p15:guide>
        <p15:guide id="3" orient="horz" pos="162" userDrawn="1">
          <p15:clr>
            <a:srgbClr val="FBAE40"/>
          </p15:clr>
        </p15:guide>
        <p15:guide id="4" orient="horz" pos="408" userDrawn="1">
          <p15:clr>
            <a:srgbClr val="FBAE40"/>
          </p15:clr>
        </p15:guide>
        <p15:guide id="5" orient="horz" pos="654" userDrawn="1">
          <p15:clr>
            <a:srgbClr val="FBAE40"/>
          </p15:clr>
        </p15:guide>
        <p15:guide id="6" orient="horz" pos="816" userDrawn="1">
          <p15:clr>
            <a:srgbClr val="FBAE40"/>
          </p15:clr>
        </p15:guide>
        <p15:guide id="7" orient="horz" pos="3489" userDrawn="1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Vertical contents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Chapter_titleonly">
            <a:extLst>
              <a:ext uri="{FF2B5EF4-FFF2-40B4-BE49-F238E27FC236}">
                <a16:creationId xmlns:a16="http://schemas.microsoft.com/office/drawing/2014/main" id="{E29BFEC5-7639-4AE9-A818-5EB7EC3C9C5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05200" y="259200"/>
            <a:ext cx="10558800" cy="388800"/>
          </a:xfrm>
        </p:spPr>
        <p:txBody>
          <a:bodyPr/>
          <a:lstStyle>
            <a:lvl1pPr marL="0" indent="0">
              <a:lnSpc>
                <a:spcPct val="89000"/>
              </a:lnSpc>
              <a:spcBef>
                <a:spcPts val="0"/>
              </a:spcBef>
              <a:buNone/>
              <a:defRPr sz="2800" kern="0" baseline="0">
                <a:solidFill>
                  <a:schemeClr val="tx1"/>
                </a:solidFill>
              </a:defRPr>
            </a:lvl1pPr>
            <a:lvl2pPr marL="233983" indent="0">
              <a:buNone/>
              <a:defRPr sz="2800"/>
            </a:lvl2pPr>
            <a:lvl3pPr marL="525562" indent="0">
              <a:buNone/>
              <a:defRPr sz="2800"/>
            </a:lvl3pPr>
            <a:lvl4pPr marL="748745" indent="0">
              <a:buNone/>
              <a:defRPr sz="2800"/>
            </a:lvl4pPr>
            <a:lvl5pPr marL="748745" indent="0">
              <a:buNone/>
              <a:defRPr sz="2800"/>
            </a:lvl5pPr>
          </a:lstStyle>
          <a:p>
            <a:pPr lvl="0"/>
            <a:r>
              <a:rPr lang="en-US" noProof="1"/>
              <a:t>Add Chapter Title</a:t>
            </a:r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5E99B80D-00FD-40C8-B929-FA71A2E035A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05200" y="648000"/>
            <a:ext cx="10558800" cy="388800"/>
          </a:xfrm>
        </p:spPr>
        <p:txBody>
          <a:bodyPr/>
          <a:lstStyle>
            <a:lvl1pPr>
              <a:defRPr kern="1200" baseline="0"/>
            </a:lvl1pPr>
          </a:lstStyle>
          <a:p>
            <a:r>
              <a:rPr lang="en-US" noProof="1"/>
              <a:t>Add Slide Title</a:t>
            </a:r>
          </a:p>
        </p:txBody>
      </p:sp>
      <p:sp>
        <p:nvSpPr>
          <p:cNvPr id="3" name="Content Placeholder 1"/>
          <p:cNvSpPr>
            <a:spLocks noGrp="1"/>
          </p:cNvSpPr>
          <p:nvPr>
            <p:ph sz="half" idx="1" hasCustomPrompt="1"/>
          </p:nvPr>
        </p:nvSpPr>
        <p:spPr>
          <a:xfrm>
            <a:off x="205200" y="1296000"/>
            <a:ext cx="4914000" cy="42408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Add Text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4" name="Content Placeholder 2"/>
          <p:cNvSpPr>
            <a:spLocks noGrp="1"/>
          </p:cNvSpPr>
          <p:nvPr>
            <p:ph sz="half" idx="2" hasCustomPrompt="1"/>
          </p:nvPr>
        </p:nvSpPr>
        <p:spPr>
          <a:xfrm>
            <a:off x="5853600" y="1295999"/>
            <a:ext cx="4914000" cy="42408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Add Text 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12" name="AttachmentRemark">
            <a:extLst>
              <a:ext uri="{FF2B5EF4-FFF2-40B4-BE49-F238E27FC236}">
                <a16:creationId xmlns:a16="http://schemas.microsoft.com/office/drawing/2014/main" id="{0193DB20-8E77-4A05-AA77-554F32E8990F}"/>
              </a:ext>
            </a:extLst>
          </p:cNvPr>
          <p:cNvSpPr>
            <a:spLocks/>
          </p:cNvSpPr>
          <p:nvPr userDrawn="1"/>
        </p:nvSpPr>
        <p:spPr>
          <a:xfrm>
            <a:off x="9224010" y="259080"/>
            <a:ext cx="1691640" cy="777240"/>
          </a:xfrm>
          <a:prstGeom prst="rect">
            <a:avLst/>
          </a:prstGeom>
          <a:noFill/>
          <a:ln w="0" cap="flat" cmpd="sng" algn="ctr">
            <a:noFill/>
            <a:prstDash val="solid"/>
          </a:ln>
          <a:effectLst/>
        </p:spPr>
        <p:txBody>
          <a:bodyPr wrap="square" lIns="0" tIns="17779" rIns="0" bIns="0" rtlCol="0" anchor="t">
            <a:normAutofit/>
          </a:bodyPr>
          <a:lstStyle/>
          <a:p>
            <a:pPr rtl="0">
              <a:lnSpc>
                <a:spcPts val="900"/>
              </a:lnSpc>
            </a:pPr>
            <a:r>
              <a:rPr lang="en-US" sz="550" b="0" i="0" u="none" strike="noStrike" kern="0" baseline="0" noProof="1">
                <a:solidFill>
                  <a:srgbClr val="000000"/>
                </a:solidFill>
                <a:latin typeface="+mn-lt"/>
              </a:rPr>
              <a:t> 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A6EE88F-E97F-46A3-8AB7-354C833CFF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98AEC0-503E-4FA4-859C-D0F72D6E3F79}" type="slidenum">
              <a:rPr lang="en-US" noProof="1" smtClean="0"/>
              <a:pPr/>
              <a:t>‹#›</a:t>
            </a:fld>
            <a:endParaRPr lang="en-US" noProof="1"/>
          </a:p>
        </p:txBody>
      </p:sp>
    </p:spTree>
    <p:extLst>
      <p:ext uri="{BB962C8B-B14F-4D97-AF65-F5344CB8AC3E}">
        <p14:creationId xmlns:p14="http://schemas.microsoft.com/office/powerpoint/2010/main" val="278760123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128" userDrawn="1">
          <p15:clr>
            <a:srgbClr val="FBAE40"/>
          </p15:clr>
        </p15:guide>
        <p15:guide id="2" pos="6784" userDrawn="1">
          <p15:clr>
            <a:srgbClr val="FBAE40"/>
          </p15:clr>
        </p15:guide>
        <p15:guide id="3" orient="horz" pos="162" userDrawn="1">
          <p15:clr>
            <a:srgbClr val="FBAE40"/>
          </p15:clr>
        </p15:guide>
        <p15:guide id="4" orient="horz" pos="408" userDrawn="1">
          <p15:clr>
            <a:srgbClr val="FBAE40"/>
          </p15:clr>
        </p15:guide>
        <p15:guide id="5" orient="horz" pos="654" userDrawn="1">
          <p15:clr>
            <a:srgbClr val="FBAE40"/>
          </p15:clr>
        </p15:guide>
        <p15:guide id="6" orient="horz" pos="816" userDrawn="1">
          <p15:clr>
            <a:srgbClr val="FBAE40"/>
          </p15:clr>
        </p15:guide>
        <p15:guide id="7" orient="horz" pos="3489" userDrawn="1">
          <p15:clr>
            <a:srgbClr val="FBAE40"/>
          </p15:clr>
        </p15:guide>
        <p15:guide id="8" pos="3225" userDrawn="1">
          <p15:clr>
            <a:srgbClr val="FBAE40"/>
          </p15:clr>
        </p15:guide>
        <p15:guide id="9" pos="3687" userDrawn="1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3 Vertical contents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Chapter_titleonly">
            <a:extLst>
              <a:ext uri="{FF2B5EF4-FFF2-40B4-BE49-F238E27FC236}">
                <a16:creationId xmlns:a16="http://schemas.microsoft.com/office/drawing/2014/main" id="{7CCAFAD8-87FF-4E8A-B13E-2709A28399CC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05200" y="259200"/>
            <a:ext cx="10558800" cy="388800"/>
          </a:xfrm>
        </p:spPr>
        <p:txBody>
          <a:bodyPr/>
          <a:lstStyle>
            <a:lvl1pPr marL="0" indent="0">
              <a:lnSpc>
                <a:spcPct val="89000"/>
              </a:lnSpc>
              <a:spcBef>
                <a:spcPts val="0"/>
              </a:spcBef>
              <a:buNone/>
              <a:defRPr sz="2800" kern="0" baseline="0">
                <a:solidFill>
                  <a:schemeClr val="tx1"/>
                </a:solidFill>
              </a:defRPr>
            </a:lvl1pPr>
            <a:lvl2pPr marL="233983" indent="0">
              <a:buNone/>
              <a:defRPr sz="2800"/>
            </a:lvl2pPr>
            <a:lvl3pPr marL="525562" indent="0">
              <a:buNone/>
              <a:defRPr sz="2800"/>
            </a:lvl3pPr>
            <a:lvl4pPr marL="748745" indent="0">
              <a:buNone/>
              <a:defRPr sz="2800"/>
            </a:lvl4pPr>
            <a:lvl5pPr marL="748745" indent="0">
              <a:buNone/>
              <a:defRPr sz="2800"/>
            </a:lvl5pPr>
          </a:lstStyle>
          <a:p>
            <a:pPr lvl="0"/>
            <a:r>
              <a:rPr lang="en-US" noProof="1"/>
              <a:t>Add Chapter Title</a:t>
            </a:r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4213B860-B040-4AA5-BCCF-91A137076F8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05200" y="648000"/>
            <a:ext cx="10558800" cy="388800"/>
          </a:xfrm>
        </p:spPr>
        <p:txBody>
          <a:bodyPr/>
          <a:lstStyle>
            <a:lvl1pPr>
              <a:defRPr kern="1200" baseline="0"/>
            </a:lvl1pPr>
          </a:lstStyle>
          <a:p>
            <a:r>
              <a:rPr lang="en-US" noProof="1"/>
              <a:t>Add Slide Title</a:t>
            </a:r>
          </a:p>
        </p:txBody>
      </p:sp>
      <p:sp>
        <p:nvSpPr>
          <p:cNvPr id="3" name="Content Placeholder 1"/>
          <p:cNvSpPr>
            <a:spLocks noGrp="1"/>
          </p:cNvSpPr>
          <p:nvPr>
            <p:ph sz="half" idx="1" hasCustomPrompt="1"/>
          </p:nvPr>
        </p:nvSpPr>
        <p:spPr>
          <a:xfrm>
            <a:off x="205200" y="1296000"/>
            <a:ext cx="3168000" cy="42408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Add Text 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47" name="Content Placeholder 2">
            <a:extLst>
              <a:ext uri="{FF2B5EF4-FFF2-40B4-BE49-F238E27FC236}">
                <a16:creationId xmlns:a16="http://schemas.microsoft.com/office/drawing/2014/main" id="{3F3E027D-9EE5-4C12-9974-36EA025C350F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3900600" y="1296000"/>
            <a:ext cx="3168000" cy="42408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Add Text 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3" hasCustomPrompt="1"/>
          </p:nvPr>
        </p:nvSpPr>
        <p:spPr>
          <a:xfrm>
            <a:off x="7596000" y="1295999"/>
            <a:ext cx="3168000" cy="42408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Add Text 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13" name="AttachmentRemark">
            <a:extLst>
              <a:ext uri="{FF2B5EF4-FFF2-40B4-BE49-F238E27FC236}">
                <a16:creationId xmlns:a16="http://schemas.microsoft.com/office/drawing/2014/main" id="{79759149-285E-4F0E-938E-7199B34084BE}"/>
              </a:ext>
            </a:extLst>
          </p:cNvPr>
          <p:cNvSpPr>
            <a:spLocks/>
          </p:cNvSpPr>
          <p:nvPr userDrawn="1"/>
        </p:nvSpPr>
        <p:spPr>
          <a:xfrm>
            <a:off x="9224010" y="259080"/>
            <a:ext cx="1691640" cy="777240"/>
          </a:xfrm>
          <a:prstGeom prst="rect">
            <a:avLst/>
          </a:prstGeom>
          <a:noFill/>
          <a:ln w="0" cap="flat" cmpd="sng" algn="ctr">
            <a:noFill/>
            <a:prstDash val="solid"/>
          </a:ln>
          <a:effectLst/>
        </p:spPr>
        <p:txBody>
          <a:bodyPr wrap="square" lIns="0" tIns="17779" rIns="0" bIns="0" rtlCol="0" anchor="t">
            <a:normAutofit/>
          </a:bodyPr>
          <a:lstStyle/>
          <a:p>
            <a:pPr rtl="0">
              <a:lnSpc>
                <a:spcPts val="900"/>
              </a:lnSpc>
            </a:pPr>
            <a:r>
              <a:rPr lang="en-US" sz="550" b="0" i="0" u="none" strike="noStrike" kern="0" baseline="0" noProof="1">
                <a:solidFill>
                  <a:srgbClr val="000000"/>
                </a:solidFill>
                <a:latin typeface="+mn-lt"/>
              </a:rPr>
              <a:t> 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1F85651-AA1F-4EE5-A69C-0361B9A979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98AEC0-503E-4FA4-859C-D0F72D6E3F79}" type="slidenum">
              <a:rPr lang="en-US" noProof="1" smtClean="0"/>
              <a:pPr/>
              <a:t>‹#›</a:t>
            </a:fld>
            <a:endParaRPr lang="en-US" noProof="1"/>
          </a:p>
        </p:txBody>
      </p:sp>
    </p:spTree>
    <p:extLst>
      <p:ext uri="{BB962C8B-B14F-4D97-AF65-F5344CB8AC3E}">
        <p14:creationId xmlns:p14="http://schemas.microsoft.com/office/powerpoint/2010/main" val="200520084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128" userDrawn="1">
          <p15:clr>
            <a:srgbClr val="FBAE40"/>
          </p15:clr>
        </p15:guide>
        <p15:guide id="2" pos="6784" userDrawn="1">
          <p15:clr>
            <a:srgbClr val="FBAE40"/>
          </p15:clr>
        </p15:guide>
        <p15:guide id="3" orient="horz" pos="162" userDrawn="1">
          <p15:clr>
            <a:srgbClr val="FBAE40"/>
          </p15:clr>
        </p15:guide>
        <p15:guide id="4" orient="horz" pos="408" userDrawn="1">
          <p15:clr>
            <a:srgbClr val="FBAE40"/>
          </p15:clr>
        </p15:guide>
        <p15:guide id="5" orient="horz" pos="654" userDrawn="1">
          <p15:clr>
            <a:srgbClr val="FBAE40"/>
          </p15:clr>
        </p15:guide>
        <p15:guide id="6" orient="horz" pos="816" userDrawn="1">
          <p15:clr>
            <a:srgbClr val="FBAE40"/>
          </p15:clr>
        </p15:guide>
        <p15:guide id="7" orient="horz" pos="3489" userDrawn="1">
          <p15:clr>
            <a:srgbClr val="FBAE40"/>
          </p15:clr>
        </p15:guide>
        <p15:guide id="8" pos="2126" userDrawn="1">
          <p15:clr>
            <a:srgbClr val="FBAE40"/>
          </p15:clr>
        </p15:guide>
        <p15:guide id="9" pos="2455" userDrawn="1">
          <p15:clr>
            <a:srgbClr val="FBAE40"/>
          </p15:clr>
        </p15:guide>
        <p15:guide id="10" pos="4453" userDrawn="1">
          <p15:clr>
            <a:srgbClr val="FBAE40"/>
          </p15:clr>
        </p15:guide>
        <p15:guide id="11" pos="4782" userDrawn="1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4 Vertical contents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Chapter_titleonly">
            <a:extLst>
              <a:ext uri="{FF2B5EF4-FFF2-40B4-BE49-F238E27FC236}">
                <a16:creationId xmlns:a16="http://schemas.microsoft.com/office/drawing/2014/main" id="{85E4898A-B45B-416F-8A7F-E57751056EE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05200" y="259200"/>
            <a:ext cx="10558800" cy="388800"/>
          </a:xfrm>
        </p:spPr>
        <p:txBody>
          <a:bodyPr/>
          <a:lstStyle>
            <a:lvl1pPr marL="0" indent="0">
              <a:lnSpc>
                <a:spcPct val="89000"/>
              </a:lnSpc>
              <a:spcBef>
                <a:spcPts val="0"/>
              </a:spcBef>
              <a:buNone/>
              <a:defRPr sz="2800" kern="0" baseline="0">
                <a:solidFill>
                  <a:schemeClr val="tx1"/>
                </a:solidFill>
              </a:defRPr>
            </a:lvl1pPr>
            <a:lvl2pPr marL="233983" indent="0">
              <a:buNone/>
              <a:defRPr sz="2800"/>
            </a:lvl2pPr>
            <a:lvl3pPr marL="525562" indent="0">
              <a:buNone/>
              <a:defRPr sz="2800"/>
            </a:lvl3pPr>
            <a:lvl4pPr marL="748745" indent="0">
              <a:buNone/>
              <a:defRPr sz="2800"/>
            </a:lvl4pPr>
            <a:lvl5pPr marL="748745" indent="0">
              <a:buNone/>
              <a:defRPr sz="2800"/>
            </a:lvl5pPr>
          </a:lstStyle>
          <a:p>
            <a:pPr lvl="0"/>
            <a:r>
              <a:rPr lang="en-US" noProof="1"/>
              <a:t>Add Chapter Title</a:t>
            </a:r>
          </a:p>
        </p:txBody>
      </p:sp>
      <p:sp>
        <p:nvSpPr>
          <p:cNvPr id="15" name="Title 1">
            <a:extLst>
              <a:ext uri="{FF2B5EF4-FFF2-40B4-BE49-F238E27FC236}">
                <a16:creationId xmlns:a16="http://schemas.microsoft.com/office/drawing/2014/main" id="{A33F6F31-B924-4EAD-BDA8-332AAD2C417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05200" y="648000"/>
            <a:ext cx="10558800" cy="388800"/>
          </a:xfrm>
        </p:spPr>
        <p:txBody>
          <a:bodyPr/>
          <a:lstStyle>
            <a:lvl1pPr>
              <a:defRPr kern="1200" baseline="0"/>
            </a:lvl1pPr>
          </a:lstStyle>
          <a:p>
            <a:r>
              <a:rPr lang="en-US" noProof="1"/>
              <a:t>Add Slide Title</a:t>
            </a:r>
          </a:p>
        </p:txBody>
      </p:sp>
      <p:sp>
        <p:nvSpPr>
          <p:cNvPr id="5" name="Content Placeholder 1"/>
          <p:cNvSpPr>
            <a:spLocks noGrp="1"/>
          </p:cNvSpPr>
          <p:nvPr>
            <p:ph sz="half" idx="1" hasCustomPrompt="1"/>
          </p:nvPr>
        </p:nvSpPr>
        <p:spPr>
          <a:xfrm>
            <a:off x="205200" y="1295399"/>
            <a:ext cx="2541600" cy="42408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Add Text 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6" name="Content Placeholder 2"/>
          <p:cNvSpPr>
            <a:spLocks noGrp="1"/>
          </p:cNvSpPr>
          <p:nvPr>
            <p:ph sz="half" idx="2" hasCustomPrompt="1"/>
          </p:nvPr>
        </p:nvSpPr>
        <p:spPr>
          <a:xfrm>
            <a:off x="2877600" y="1295400"/>
            <a:ext cx="2541600" cy="42408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Add Text 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8" name="Content Placeholder 3"/>
          <p:cNvSpPr>
            <a:spLocks noGrp="1"/>
          </p:cNvSpPr>
          <p:nvPr>
            <p:ph sz="half" idx="3" hasCustomPrompt="1"/>
          </p:nvPr>
        </p:nvSpPr>
        <p:spPr>
          <a:xfrm>
            <a:off x="5550000" y="1295399"/>
            <a:ext cx="2541600" cy="42408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Add Text 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9" name="Content Placeholder 4"/>
          <p:cNvSpPr>
            <a:spLocks noGrp="1"/>
          </p:cNvSpPr>
          <p:nvPr>
            <p:ph sz="half" idx="4" hasCustomPrompt="1"/>
          </p:nvPr>
        </p:nvSpPr>
        <p:spPr>
          <a:xfrm>
            <a:off x="8222400" y="1295400"/>
            <a:ext cx="2541600" cy="42408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Add Text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14" name="AttachmentRemark">
            <a:extLst>
              <a:ext uri="{FF2B5EF4-FFF2-40B4-BE49-F238E27FC236}">
                <a16:creationId xmlns:a16="http://schemas.microsoft.com/office/drawing/2014/main" id="{3A9A741C-7644-4810-ABAF-465822FC0D76}"/>
              </a:ext>
            </a:extLst>
          </p:cNvPr>
          <p:cNvSpPr>
            <a:spLocks/>
          </p:cNvSpPr>
          <p:nvPr userDrawn="1"/>
        </p:nvSpPr>
        <p:spPr>
          <a:xfrm>
            <a:off x="9224010" y="259080"/>
            <a:ext cx="1691640" cy="777240"/>
          </a:xfrm>
          <a:prstGeom prst="rect">
            <a:avLst/>
          </a:prstGeom>
          <a:noFill/>
          <a:ln w="0" cap="flat" cmpd="sng" algn="ctr">
            <a:noFill/>
            <a:prstDash val="solid"/>
          </a:ln>
          <a:effectLst/>
        </p:spPr>
        <p:txBody>
          <a:bodyPr wrap="square" lIns="0" tIns="17779" rIns="0" bIns="0" rtlCol="0" anchor="t">
            <a:normAutofit/>
          </a:bodyPr>
          <a:lstStyle/>
          <a:p>
            <a:pPr rtl="0">
              <a:lnSpc>
                <a:spcPts val="900"/>
              </a:lnSpc>
            </a:pPr>
            <a:r>
              <a:rPr lang="en-US" sz="550" b="0" i="0" u="none" strike="noStrike" kern="0" baseline="0" noProof="1">
                <a:solidFill>
                  <a:srgbClr val="000000"/>
                </a:solidFill>
                <a:latin typeface="+mn-lt"/>
              </a:rPr>
              <a:t> 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E68EDC3-D46C-4E18-BC78-B9478A7BDC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98AEC0-503E-4FA4-859C-D0F72D6E3F79}" type="slidenum">
              <a:rPr lang="en-US" noProof="1" smtClean="0"/>
              <a:pPr/>
              <a:t>‹#›</a:t>
            </a:fld>
            <a:endParaRPr lang="en-US" noProof="1"/>
          </a:p>
        </p:txBody>
      </p:sp>
    </p:spTree>
    <p:extLst>
      <p:ext uri="{BB962C8B-B14F-4D97-AF65-F5344CB8AC3E}">
        <p14:creationId xmlns:p14="http://schemas.microsoft.com/office/powerpoint/2010/main" val="176311460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128" userDrawn="1">
          <p15:clr>
            <a:srgbClr val="FBAE40"/>
          </p15:clr>
        </p15:guide>
        <p15:guide id="2" pos="6784" userDrawn="1">
          <p15:clr>
            <a:srgbClr val="FBAE40"/>
          </p15:clr>
        </p15:guide>
        <p15:guide id="3" orient="horz" pos="162" userDrawn="1">
          <p15:clr>
            <a:srgbClr val="FBAE40"/>
          </p15:clr>
        </p15:guide>
        <p15:guide id="4" orient="horz" pos="408" userDrawn="1">
          <p15:clr>
            <a:srgbClr val="FBAE40"/>
          </p15:clr>
        </p15:guide>
        <p15:guide id="5" orient="horz" pos="654" userDrawn="1">
          <p15:clr>
            <a:srgbClr val="FBAE40"/>
          </p15:clr>
        </p15:guide>
        <p15:guide id="6" orient="horz" pos="816" userDrawn="1">
          <p15:clr>
            <a:srgbClr val="FBAE40"/>
          </p15:clr>
        </p15:guide>
        <p15:guide id="7" orient="horz" pos="3489" userDrawn="1">
          <p15:clr>
            <a:srgbClr val="FBAE40"/>
          </p15:clr>
        </p15:guide>
        <p15:guide id="8" pos="1731" userDrawn="1">
          <p15:clr>
            <a:srgbClr val="FBAE40"/>
          </p15:clr>
        </p15:guide>
        <p15:guide id="9" pos="1810" userDrawn="1">
          <p15:clr>
            <a:srgbClr val="FBAE40"/>
          </p15:clr>
        </p15:guide>
        <p15:guide id="10" pos="3417" userDrawn="1">
          <p15:clr>
            <a:srgbClr val="FBAE40"/>
          </p15:clr>
        </p15:guide>
        <p15:guide id="11" pos="3495" userDrawn="1">
          <p15:clr>
            <a:srgbClr val="FBAE40"/>
          </p15:clr>
        </p15:guide>
        <p15:guide id="12" pos="5098" userDrawn="1">
          <p15:clr>
            <a:srgbClr val="FBAE40"/>
          </p15:clr>
        </p15:guide>
        <p15:guide id="13" pos="5177" userDrawn="1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2 Horizontal contents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Chapter_titleonly">
            <a:extLst>
              <a:ext uri="{FF2B5EF4-FFF2-40B4-BE49-F238E27FC236}">
                <a16:creationId xmlns:a16="http://schemas.microsoft.com/office/drawing/2014/main" id="{9398DDFA-1939-498B-8921-7DDB40481FE9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05200" y="259200"/>
            <a:ext cx="10558800" cy="388800"/>
          </a:xfrm>
        </p:spPr>
        <p:txBody>
          <a:bodyPr/>
          <a:lstStyle>
            <a:lvl1pPr marL="0" indent="0">
              <a:lnSpc>
                <a:spcPct val="89000"/>
              </a:lnSpc>
              <a:spcBef>
                <a:spcPts val="0"/>
              </a:spcBef>
              <a:buNone/>
              <a:defRPr sz="2800" kern="0" baseline="0">
                <a:solidFill>
                  <a:schemeClr val="tx1"/>
                </a:solidFill>
              </a:defRPr>
            </a:lvl1pPr>
            <a:lvl2pPr marL="233983" indent="0">
              <a:buNone/>
              <a:defRPr sz="2800"/>
            </a:lvl2pPr>
            <a:lvl3pPr marL="525562" indent="0">
              <a:buNone/>
              <a:defRPr sz="2800"/>
            </a:lvl3pPr>
            <a:lvl4pPr marL="748745" indent="0">
              <a:buNone/>
              <a:defRPr sz="2800"/>
            </a:lvl4pPr>
            <a:lvl5pPr marL="748745" indent="0">
              <a:buNone/>
              <a:defRPr sz="2800"/>
            </a:lvl5pPr>
          </a:lstStyle>
          <a:p>
            <a:pPr lvl="0"/>
            <a:r>
              <a:rPr lang="en-US" noProof="1"/>
              <a:t>Add Chapter Title</a:t>
            </a:r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AB79D08E-37B8-49BA-9E18-ED577CD9990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05200" y="648000"/>
            <a:ext cx="10558800" cy="388800"/>
          </a:xfrm>
        </p:spPr>
        <p:txBody>
          <a:bodyPr/>
          <a:lstStyle>
            <a:lvl1pPr>
              <a:defRPr kern="1200" baseline="0"/>
            </a:lvl1pPr>
          </a:lstStyle>
          <a:p>
            <a:r>
              <a:rPr lang="en-US" noProof="1"/>
              <a:t>Add Slide Title</a:t>
            </a:r>
          </a:p>
        </p:txBody>
      </p:sp>
      <p:sp>
        <p:nvSpPr>
          <p:cNvPr id="5" name="Content Placeholder 1"/>
          <p:cNvSpPr>
            <a:spLocks noGrp="1"/>
          </p:cNvSpPr>
          <p:nvPr>
            <p:ph sz="half" idx="1" hasCustomPrompt="1"/>
          </p:nvPr>
        </p:nvSpPr>
        <p:spPr>
          <a:xfrm>
            <a:off x="205200" y="1296000"/>
            <a:ext cx="10558800" cy="2055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Add Text 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6" name="Content Placeholder 2"/>
          <p:cNvSpPr>
            <a:spLocks noGrp="1"/>
          </p:cNvSpPr>
          <p:nvPr>
            <p:ph sz="half" idx="2" hasCustomPrompt="1"/>
          </p:nvPr>
        </p:nvSpPr>
        <p:spPr>
          <a:xfrm>
            <a:off x="205200" y="3481200"/>
            <a:ext cx="10558800" cy="2055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Add Text 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12" name="AttachmentRemark">
            <a:extLst>
              <a:ext uri="{FF2B5EF4-FFF2-40B4-BE49-F238E27FC236}">
                <a16:creationId xmlns:a16="http://schemas.microsoft.com/office/drawing/2014/main" id="{2E7C0809-54C2-4B00-97B9-AEB55C54DF36}"/>
              </a:ext>
            </a:extLst>
          </p:cNvPr>
          <p:cNvSpPr>
            <a:spLocks/>
          </p:cNvSpPr>
          <p:nvPr userDrawn="1"/>
        </p:nvSpPr>
        <p:spPr>
          <a:xfrm>
            <a:off x="9224010" y="259080"/>
            <a:ext cx="1691640" cy="777240"/>
          </a:xfrm>
          <a:prstGeom prst="rect">
            <a:avLst/>
          </a:prstGeom>
          <a:noFill/>
          <a:ln w="0" cap="flat" cmpd="sng" algn="ctr">
            <a:noFill/>
            <a:prstDash val="solid"/>
          </a:ln>
          <a:effectLst/>
        </p:spPr>
        <p:txBody>
          <a:bodyPr wrap="square" lIns="0" tIns="17779" rIns="0" bIns="0" rtlCol="0" anchor="t">
            <a:normAutofit/>
          </a:bodyPr>
          <a:lstStyle/>
          <a:p>
            <a:pPr rtl="0">
              <a:lnSpc>
                <a:spcPts val="900"/>
              </a:lnSpc>
            </a:pPr>
            <a:r>
              <a:rPr lang="en-US" sz="550" b="0" i="0" u="none" strike="noStrike" kern="0" baseline="0" noProof="1">
                <a:solidFill>
                  <a:srgbClr val="000000"/>
                </a:solidFill>
                <a:latin typeface="+mn-lt"/>
              </a:rPr>
              <a:t> 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337342F-2EB7-4EB1-963F-314A664F0F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98AEC0-503E-4FA4-859C-D0F72D6E3F79}" type="slidenum">
              <a:rPr lang="en-US" noProof="1" smtClean="0"/>
              <a:pPr/>
              <a:t>‹#›</a:t>
            </a:fld>
            <a:endParaRPr lang="en-US" noProof="1"/>
          </a:p>
        </p:txBody>
      </p:sp>
    </p:spTree>
    <p:extLst>
      <p:ext uri="{BB962C8B-B14F-4D97-AF65-F5344CB8AC3E}">
        <p14:creationId xmlns:p14="http://schemas.microsoft.com/office/powerpoint/2010/main" val="395637232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128" userDrawn="1">
          <p15:clr>
            <a:srgbClr val="FBAE40"/>
          </p15:clr>
        </p15:guide>
        <p15:guide id="2" pos="6784" userDrawn="1">
          <p15:clr>
            <a:srgbClr val="FBAE40"/>
          </p15:clr>
        </p15:guide>
        <p15:guide id="3" orient="horz" pos="162" userDrawn="1">
          <p15:clr>
            <a:srgbClr val="FBAE40"/>
          </p15:clr>
        </p15:guide>
        <p15:guide id="4" orient="horz" pos="408" userDrawn="1">
          <p15:clr>
            <a:srgbClr val="FBAE40"/>
          </p15:clr>
        </p15:guide>
        <p15:guide id="5" orient="horz" pos="654" userDrawn="1">
          <p15:clr>
            <a:srgbClr val="FBAE40"/>
          </p15:clr>
        </p15:guide>
        <p15:guide id="6" orient="horz" pos="816" userDrawn="1">
          <p15:clr>
            <a:srgbClr val="FBAE40"/>
          </p15:clr>
        </p15:guide>
        <p15:guide id="7" orient="horz" pos="3489" userDrawn="1">
          <p15:clr>
            <a:srgbClr val="FBAE40"/>
          </p15:clr>
        </p15:guide>
        <p15:guide id="8" orient="horz" pos="2113" userDrawn="1">
          <p15:clr>
            <a:srgbClr val="FBAE40"/>
          </p15:clr>
        </p15:guide>
        <p15:guide id="9" orient="horz" pos="2192" userDrawn="1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2 x 2 Contents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Chapter_titleonly">
            <a:extLst>
              <a:ext uri="{FF2B5EF4-FFF2-40B4-BE49-F238E27FC236}">
                <a16:creationId xmlns:a16="http://schemas.microsoft.com/office/drawing/2014/main" id="{90C8652B-1F43-4467-AC53-668A8D3D470B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05200" y="259200"/>
            <a:ext cx="10558800" cy="388800"/>
          </a:xfrm>
        </p:spPr>
        <p:txBody>
          <a:bodyPr/>
          <a:lstStyle>
            <a:lvl1pPr marL="0" indent="0">
              <a:lnSpc>
                <a:spcPct val="89000"/>
              </a:lnSpc>
              <a:spcBef>
                <a:spcPts val="0"/>
              </a:spcBef>
              <a:buNone/>
              <a:defRPr sz="2800" kern="0" baseline="0">
                <a:solidFill>
                  <a:schemeClr val="tx1"/>
                </a:solidFill>
              </a:defRPr>
            </a:lvl1pPr>
            <a:lvl2pPr marL="233983" indent="0">
              <a:buNone/>
              <a:defRPr sz="2800"/>
            </a:lvl2pPr>
            <a:lvl3pPr marL="525562" indent="0">
              <a:buNone/>
              <a:defRPr sz="2800"/>
            </a:lvl3pPr>
            <a:lvl4pPr marL="748745" indent="0">
              <a:buNone/>
              <a:defRPr sz="2800"/>
            </a:lvl4pPr>
            <a:lvl5pPr marL="748745" indent="0">
              <a:buNone/>
              <a:defRPr sz="2800"/>
            </a:lvl5pPr>
          </a:lstStyle>
          <a:p>
            <a:pPr lvl="0"/>
            <a:r>
              <a:rPr lang="en-US" noProof="1"/>
              <a:t>Add Chapter Title</a:t>
            </a:r>
          </a:p>
        </p:txBody>
      </p:sp>
      <p:sp>
        <p:nvSpPr>
          <p:cNvPr id="15" name="Title 1">
            <a:extLst>
              <a:ext uri="{FF2B5EF4-FFF2-40B4-BE49-F238E27FC236}">
                <a16:creationId xmlns:a16="http://schemas.microsoft.com/office/drawing/2014/main" id="{EFDBB36D-E1FF-4336-B805-B8B7F4B25A8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05200" y="648000"/>
            <a:ext cx="10558800" cy="388800"/>
          </a:xfrm>
        </p:spPr>
        <p:txBody>
          <a:bodyPr/>
          <a:lstStyle>
            <a:lvl1pPr>
              <a:defRPr kern="1200" baseline="0"/>
            </a:lvl1pPr>
          </a:lstStyle>
          <a:p>
            <a:r>
              <a:rPr lang="en-US" noProof="1"/>
              <a:t>Add Slide Title</a:t>
            </a:r>
          </a:p>
        </p:txBody>
      </p:sp>
      <p:sp>
        <p:nvSpPr>
          <p:cNvPr id="5" name="Content Placeholder 1"/>
          <p:cNvSpPr>
            <a:spLocks noGrp="1"/>
          </p:cNvSpPr>
          <p:nvPr>
            <p:ph sz="half" idx="1" hasCustomPrompt="1"/>
          </p:nvPr>
        </p:nvSpPr>
        <p:spPr>
          <a:xfrm>
            <a:off x="205200" y="1296000"/>
            <a:ext cx="4914000" cy="2055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Add Text 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6" name="Content Placeholder 2"/>
          <p:cNvSpPr>
            <a:spLocks noGrp="1"/>
          </p:cNvSpPr>
          <p:nvPr>
            <p:ph sz="half" idx="3" hasCustomPrompt="1"/>
          </p:nvPr>
        </p:nvSpPr>
        <p:spPr>
          <a:xfrm>
            <a:off x="5850000" y="1295999"/>
            <a:ext cx="4914000" cy="2055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Add Text 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8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205200" y="3481200"/>
            <a:ext cx="4914000" cy="2055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Add Text 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9" name="Content Placeholder 4"/>
          <p:cNvSpPr>
            <a:spLocks noGrp="1"/>
          </p:cNvSpPr>
          <p:nvPr>
            <p:ph sz="half" idx="4" hasCustomPrompt="1"/>
          </p:nvPr>
        </p:nvSpPr>
        <p:spPr>
          <a:xfrm>
            <a:off x="5850000" y="3481200"/>
            <a:ext cx="4914000" cy="2055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Add Text 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14" name="AttachmentRemark">
            <a:extLst>
              <a:ext uri="{FF2B5EF4-FFF2-40B4-BE49-F238E27FC236}">
                <a16:creationId xmlns:a16="http://schemas.microsoft.com/office/drawing/2014/main" id="{43F0E5D0-784C-433E-AAB0-40D43C1BCBAB}"/>
              </a:ext>
            </a:extLst>
          </p:cNvPr>
          <p:cNvSpPr>
            <a:spLocks/>
          </p:cNvSpPr>
          <p:nvPr userDrawn="1"/>
        </p:nvSpPr>
        <p:spPr>
          <a:xfrm>
            <a:off x="9224010" y="259080"/>
            <a:ext cx="1691640" cy="777240"/>
          </a:xfrm>
          <a:prstGeom prst="rect">
            <a:avLst/>
          </a:prstGeom>
          <a:noFill/>
          <a:ln w="0" cap="flat" cmpd="sng" algn="ctr">
            <a:noFill/>
            <a:prstDash val="solid"/>
          </a:ln>
          <a:effectLst/>
        </p:spPr>
        <p:txBody>
          <a:bodyPr wrap="square" lIns="0" tIns="17779" rIns="0" bIns="0" rtlCol="0" anchor="t">
            <a:normAutofit/>
          </a:bodyPr>
          <a:lstStyle/>
          <a:p>
            <a:pPr rtl="0">
              <a:lnSpc>
                <a:spcPts val="900"/>
              </a:lnSpc>
            </a:pPr>
            <a:r>
              <a:rPr lang="en-US" sz="550" b="0" i="0" u="none" strike="noStrike" kern="0" baseline="0" noProof="1">
                <a:solidFill>
                  <a:srgbClr val="000000"/>
                </a:solidFill>
                <a:latin typeface="+mn-lt"/>
              </a:rPr>
              <a:t> 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85D5130-F453-4F60-9091-CC67A95125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98AEC0-503E-4FA4-859C-D0F72D6E3F79}" type="slidenum">
              <a:rPr lang="en-US" noProof="1" smtClean="0"/>
              <a:pPr/>
              <a:t>‹#›</a:t>
            </a:fld>
            <a:endParaRPr lang="en-US" noProof="1"/>
          </a:p>
        </p:txBody>
      </p:sp>
    </p:spTree>
    <p:extLst>
      <p:ext uri="{BB962C8B-B14F-4D97-AF65-F5344CB8AC3E}">
        <p14:creationId xmlns:p14="http://schemas.microsoft.com/office/powerpoint/2010/main" val="15193590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128" userDrawn="1">
          <p15:clr>
            <a:srgbClr val="FBAE40"/>
          </p15:clr>
        </p15:guide>
        <p15:guide id="2" pos="6784" userDrawn="1">
          <p15:clr>
            <a:srgbClr val="FBAE40"/>
          </p15:clr>
        </p15:guide>
        <p15:guide id="3" orient="horz" pos="162" userDrawn="1">
          <p15:clr>
            <a:srgbClr val="FBAE40"/>
          </p15:clr>
        </p15:guide>
        <p15:guide id="4" orient="horz" pos="408" userDrawn="1">
          <p15:clr>
            <a:srgbClr val="FBAE40"/>
          </p15:clr>
        </p15:guide>
        <p15:guide id="5" orient="horz" pos="654" userDrawn="1">
          <p15:clr>
            <a:srgbClr val="FBAE40"/>
          </p15:clr>
        </p15:guide>
        <p15:guide id="6" orient="horz" pos="816" userDrawn="1">
          <p15:clr>
            <a:srgbClr val="FBAE40"/>
          </p15:clr>
        </p15:guide>
        <p15:guide id="7" orient="horz" pos="3489" userDrawn="1">
          <p15:clr>
            <a:srgbClr val="FBAE40"/>
          </p15:clr>
        </p15:guide>
        <p15:guide id="8" orient="horz" pos="2113" userDrawn="1">
          <p15:clr>
            <a:srgbClr val="FBAE40"/>
          </p15:clr>
        </p15:guide>
        <p15:guide id="9" orient="horz" pos="2192" userDrawn="1">
          <p15:clr>
            <a:srgbClr val="FBAE40"/>
          </p15:clr>
        </p15:guide>
        <p15:guide id="10" pos="3225" userDrawn="1">
          <p15:clr>
            <a:srgbClr val="FBAE40"/>
          </p15:clr>
        </p15:guide>
        <p15:guide id="11" pos="3683" userDrawn="1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3 x 2 Contents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Chapter_titleonly">
            <a:extLst>
              <a:ext uri="{FF2B5EF4-FFF2-40B4-BE49-F238E27FC236}">
                <a16:creationId xmlns:a16="http://schemas.microsoft.com/office/drawing/2014/main" id="{FEDBFC76-9F59-4A18-8E8B-EDDF9CC208BC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05200" y="259200"/>
            <a:ext cx="10558800" cy="388800"/>
          </a:xfrm>
        </p:spPr>
        <p:txBody>
          <a:bodyPr/>
          <a:lstStyle>
            <a:lvl1pPr marL="0" indent="0">
              <a:lnSpc>
                <a:spcPct val="89000"/>
              </a:lnSpc>
              <a:spcBef>
                <a:spcPts val="0"/>
              </a:spcBef>
              <a:buNone/>
              <a:defRPr sz="2800" kern="0" baseline="0">
                <a:solidFill>
                  <a:schemeClr val="tx1"/>
                </a:solidFill>
              </a:defRPr>
            </a:lvl1pPr>
            <a:lvl2pPr marL="233983" indent="0">
              <a:buNone/>
              <a:defRPr sz="2800"/>
            </a:lvl2pPr>
            <a:lvl3pPr marL="525562" indent="0">
              <a:buNone/>
              <a:defRPr sz="2800"/>
            </a:lvl3pPr>
            <a:lvl4pPr marL="748745" indent="0">
              <a:buNone/>
              <a:defRPr sz="2800"/>
            </a:lvl4pPr>
            <a:lvl5pPr marL="748745" indent="0">
              <a:buNone/>
              <a:defRPr sz="2800"/>
            </a:lvl5pPr>
          </a:lstStyle>
          <a:p>
            <a:pPr lvl="0"/>
            <a:r>
              <a:rPr lang="en-US" noProof="1"/>
              <a:t>Add Chapter Title</a:t>
            </a:r>
          </a:p>
        </p:txBody>
      </p:sp>
      <p:sp>
        <p:nvSpPr>
          <p:cNvPr id="17" name="Title 1">
            <a:extLst>
              <a:ext uri="{FF2B5EF4-FFF2-40B4-BE49-F238E27FC236}">
                <a16:creationId xmlns:a16="http://schemas.microsoft.com/office/drawing/2014/main" id="{0226D581-60F4-440B-A410-F6582BC0DCF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05200" y="648000"/>
            <a:ext cx="10558800" cy="388800"/>
          </a:xfrm>
        </p:spPr>
        <p:txBody>
          <a:bodyPr/>
          <a:lstStyle>
            <a:lvl1pPr>
              <a:defRPr kern="1200" baseline="0"/>
            </a:lvl1pPr>
          </a:lstStyle>
          <a:p>
            <a:r>
              <a:rPr lang="en-US" noProof="1"/>
              <a:t>Add Slide Title</a:t>
            </a:r>
          </a:p>
        </p:txBody>
      </p:sp>
      <p:sp>
        <p:nvSpPr>
          <p:cNvPr id="5" name="Content Placeholder 1"/>
          <p:cNvSpPr>
            <a:spLocks noGrp="1"/>
          </p:cNvSpPr>
          <p:nvPr>
            <p:ph sz="half" idx="1" hasCustomPrompt="1"/>
          </p:nvPr>
        </p:nvSpPr>
        <p:spPr>
          <a:xfrm>
            <a:off x="205200" y="1296000"/>
            <a:ext cx="3168000" cy="2055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Add Text 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6" name="Content Placeholder 2"/>
          <p:cNvSpPr>
            <a:spLocks noGrp="1"/>
          </p:cNvSpPr>
          <p:nvPr>
            <p:ph sz="half" idx="3" hasCustomPrompt="1"/>
          </p:nvPr>
        </p:nvSpPr>
        <p:spPr>
          <a:xfrm>
            <a:off x="3900600" y="1295999"/>
            <a:ext cx="3168000" cy="2055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Add Text 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8" name="Content Placeholder 3"/>
          <p:cNvSpPr>
            <a:spLocks noGrp="1"/>
          </p:cNvSpPr>
          <p:nvPr>
            <p:ph sz="half" idx="5" hasCustomPrompt="1"/>
          </p:nvPr>
        </p:nvSpPr>
        <p:spPr>
          <a:xfrm>
            <a:off x="7596000" y="1295999"/>
            <a:ext cx="3168000" cy="2055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Add Text 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9" name="Content Placeholder 4"/>
          <p:cNvSpPr>
            <a:spLocks noGrp="1"/>
          </p:cNvSpPr>
          <p:nvPr>
            <p:ph sz="half" idx="2" hasCustomPrompt="1"/>
          </p:nvPr>
        </p:nvSpPr>
        <p:spPr>
          <a:xfrm>
            <a:off x="205200" y="3481200"/>
            <a:ext cx="3168000" cy="2055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Add Text 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10" name="Content Placeholder 5"/>
          <p:cNvSpPr>
            <a:spLocks noGrp="1"/>
          </p:cNvSpPr>
          <p:nvPr>
            <p:ph sz="half" idx="4" hasCustomPrompt="1"/>
          </p:nvPr>
        </p:nvSpPr>
        <p:spPr>
          <a:xfrm>
            <a:off x="3900600" y="3481200"/>
            <a:ext cx="3168000" cy="2055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Add Text 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11" name="Content Placeholder 6"/>
          <p:cNvSpPr>
            <a:spLocks noGrp="1"/>
          </p:cNvSpPr>
          <p:nvPr>
            <p:ph sz="half" idx="6" hasCustomPrompt="1"/>
          </p:nvPr>
        </p:nvSpPr>
        <p:spPr>
          <a:xfrm>
            <a:off x="7596000" y="3481200"/>
            <a:ext cx="3168000" cy="2055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Add Text 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16" name="AttachmentRemark">
            <a:extLst>
              <a:ext uri="{FF2B5EF4-FFF2-40B4-BE49-F238E27FC236}">
                <a16:creationId xmlns:a16="http://schemas.microsoft.com/office/drawing/2014/main" id="{C680F8C7-4715-4E6C-829A-E87F16C03BB3}"/>
              </a:ext>
            </a:extLst>
          </p:cNvPr>
          <p:cNvSpPr>
            <a:spLocks/>
          </p:cNvSpPr>
          <p:nvPr userDrawn="1"/>
        </p:nvSpPr>
        <p:spPr>
          <a:xfrm>
            <a:off x="9224010" y="259080"/>
            <a:ext cx="1691640" cy="777240"/>
          </a:xfrm>
          <a:prstGeom prst="rect">
            <a:avLst/>
          </a:prstGeom>
          <a:noFill/>
          <a:ln w="0" cap="flat" cmpd="sng" algn="ctr">
            <a:noFill/>
            <a:prstDash val="solid"/>
          </a:ln>
          <a:effectLst/>
        </p:spPr>
        <p:txBody>
          <a:bodyPr wrap="square" lIns="0" tIns="17779" rIns="0" bIns="0" rtlCol="0" anchor="t">
            <a:normAutofit/>
          </a:bodyPr>
          <a:lstStyle/>
          <a:p>
            <a:pPr rtl="0">
              <a:lnSpc>
                <a:spcPts val="900"/>
              </a:lnSpc>
            </a:pPr>
            <a:r>
              <a:rPr lang="en-US" sz="550" b="0" i="0" u="none" strike="noStrike" kern="0" baseline="0" noProof="1">
                <a:solidFill>
                  <a:srgbClr val="000000"/>
                </a:solidFill>
                <a:latin typeface="+mn-lt"/>
              </a:rPr>
              <a:t> 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CC4D98D-B6D0-4EAC-B595-B1B3F34F74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98AEC0-503E-4FA4-859C-D0F72D6E3F79}" type="slidenum">
              <a:rPr lang="en-US" noProof="1" smtClean="0"/>
              <a:pPr/>
              <a:t>‹#›</a:t>
            </a:fld>
            <a:endParaRPr lang="en-US" noProof="1"/>
          </a:p>
        </p:txBody>
      </p:sp>
    </p:spTree>
    <p:extLst>
      <p:ext uri="{BB962C8B-B14F-4D97-AF65-F5344CB8AC3E}">
        <p14:creationId xmlns:p14="http://schemas.microsoft.com/office/powerpoint/2010/main" val="148257722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128" userDrawn="1">
          <p15:clr>
            <a:srgbClr val="FBAE40"/>
          </p15:clr>
        </p15:guide>
        <p15:guide id="2" pos="6784" userDrawn="1">
          <p15:clr>
            <a:srgbClr val="FBAE40"/>
          </p15:clr>
        </p15:guide>
        <p15:guide id="3" orient="horz" pos="162" userDrawn="1">
          <p15:clr>
            <a:srgbClr val="FBAE40"/>
          </p15:clr>
        </p15:guide>
        <p15:guide id="4" orient="horz" pos="408" userDrawn="1">
          <p15:clr>
            <a:srgbClr val="FBAE40"/>
          </p15:clr>
        </p15:guide>
        <p15:guide id="5" orient="horz" pos="654" userDrawn="1">
          <p15:clr>
            <a:srgbClr val="FBAE40"/>
          </p15:clr>
        </p15:guide>
        <p15:guide id="6" orient="horz" pos="816" userDrawn="1">
          <p15:clr>
            <a:srgbClr val="FBAE40"/>
          </p15:clr>
        </p15:guide>
        <p15:guide id="7" orient="horz" pos="3489" userDrawn="1">
          <p15:clr>
            <a:srgbClr val="FBAE40"/>
          </p15:clr>
        </p15:guide>
        <p15:guide id="8" pos="2126" userDrawn="1">
          <p15:clr>
            <a:srgbClr val="FBAE40"/>
          </p15:clr>
        </p15:guide>
        <p15:guide id="9" pos="2457" userDrawn="1">
          <p15:clr>
            <a:srgbClr val="FBAE40"/>
          </p15:clr>
        </p15:guide>
        <p15:guide id="10" pos="4453" userDrawn="1">
          <p15:clr>
            <a:srgbClr val="FBAE40"/>
          </p15:clr>
        </p15:guide>
        <p15:guide id="11" pos="4782" userDrawn="1">
          <p15:clr>
            <a:srgbClr val="FBAE40"/>
          </p15:clr>
        </p15:guide>
        <p15:guide id="12" orient="horz" pos="2113" userDrawn="1">
          <p15:clr>
            <a:srgbClr val="FBAE40"/>
          </p15:clr>
        </p15:guide>
        <p15:guide id="13" orient="horz" pos="2192" userDrawn="1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4 x 2 Contents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Chapter_titleonly">
            <a:extLst>
              <a:ext uri="{FF2B5EF4-FFF2-40B4-BE49-F238E27FC236}">
                <a16:creationId xmlns:a16="http://schemas.microsoft.com/office/drawing/2014/main" id="{20D581F7-7281-48B4-B67B-7228F84F398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05200" y="259200"/>
            <a:ext cx="10558800" cy="388800"/>
          </a:xfrm>
        </p:spPr>
        <p:txBody>
          <a:bodyPr/>
          <a:lstStyle>
            <a:lvl1pPr marL="0" indent="0">
              <a:lnSpc>
                <a:spcPct val="89000"/>
              </a:lnSpc>
              <a:spcBef>
                <a:spcPts val="0"/>
              </a:spcBef>
              <a:buNone/>
              <a:defRPr sz="2800" kern="0" baseline="0">
                <a:solidFill>
                  <a:schemeClr val="tx1"/>
                </a:solidFill>
              </a:defRPr>
            </a:lvl1pPr>
            <a:lvl2pPr marL="233983" indent="0">
              <a:buNone/>
              <a:defRPr sz="2800"/>
            </a:lvl2pPr>
            <a:lvl3pPr marL="525562" indent="0">
              <a:buNone/>
              <a:defRPr sz="2800"/>
            </a:lvl3pPr>
            <a:lvl4pPr marL="748745" indent="0">
              <a:buNone/>
              <a:defRPr sz="2800"/>
            </a:lvl4pPr>
            <a:lvl5pPr marL="748745" indent="0">
              <a:buNone/>
              <a:defRPr sz="2800"/>
            </a:lvl5pPr>
          </a:lstStyle>
          <a:p>
            <a:pPr lvl="0"/>
            <a:r>
              <a:rPr lang="en-US" noProof="1"/>
              <a:t>Add Chapter Title</a:t>
            </a:r>
          </a:p>
        </p:txBody>
      </p:sp>
      <p:sp>
        <p:nvSpPr>
          <p:cNvPr id="19" name="Title 1">
            <a:extLst>
              <a:ext uri="{FF2B5EF4-FFF2-40B4-BE49-F238E27FC236}">
                <a16:creationId xmlns:a16="http://schemas.microsoft.com/office/drawing/2014/main" id="{C7544615-D17B-4350-B517-7E469AC91AB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05200" y="648000"/>
            <a:ext cx="10558800" cy="388800"/>
          </a:xfrm>
        </p:spPr>
        <p:txBody>
          <a:bodyPr/>
          <a:lstStyle>
            <a:lvl1pPr>
              <a:defRPr kern="1200" baseline="0"/>
            </a:lvl1pPr>
          </a:lstStyle>
          <a:p>
            <a:r>
              <a:rPr lang="en-US" noProof="1"/>
              <a:t>Add Slide Title</a:t>
            </a:r>
          </a:p>
        </p:txBody>
      </p:sp>
      <p:sp>
        <p:nvSpPr>
          <p:cNvPr id="5" name="Content Placeholder 1"/>
          <p:cNvSpPr>
            <a:spLocks noGrp="1"/>
          </p:cNvSpPr>
          <p:nvPr>
            <p:ph sz="half" idx="1" hasCustomPrompt="1"/>
          </p:nvPr>
        </p:nvSpPr>
        <p:spPr>
          <a:xfrm>
            <a:off x="205200" y="1296000"/>
            <a:ext cx="2541600" cy="2055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Add Text 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6" name="Content Placeholder 2"/>
          <p:cNvSpPr>
            <a:spLocks noGrp="1"/>
          </p:cNvSpPr>
          <p:nvPr>
            <p:ph sz="half" idx="3" hasCustomPrompt="1"/>
          </p:nvPr>
        </p:nvSpPr>
        <p:spPr>
          <a:xfrm>
            <a:off x="2877600" y="1295999"/>
            <a:ext cx="2541600" cy="2055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Add Text 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17" name="Content Placeholder 3">
            <a:extLst>
              <a:ext uri="{FF2B5EF4-FFF2-40B4-BE49-F238E27FC236}">
                <a16:creationId xmlns:a16="http://schemas.microsoft.com/office/drawing/2014/main" id="{58468F8D-277D-4F1A-84A1-62122010643F}"/>
              </a:ext>
            </a:extLst>
          </p:cNvPr>
          <p:cNvSpPr>
            <a:spLocks noGrp="1"/>
          </p:cNvSpPr>
          <p:nvPr>
            <p:ph sz="half" idx="5" hasCustomPrompt="1"/>
          </p:nvPr>
        </p:nvSpPr>
        <p:spPr>
          <a:xfrm>
            <a:off x="5550000" y="1296000"/>
            <a:ext cx="2541600" cy="2055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Add Text 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8" name="Content Placeholder 4"/>
          <p:cNvSpPr>
            <a:spLocks noGrp="1"/>
          </p:cNvSpPr>
          <p:nvPr>
            <p:ph sz="half" idx="7" hasCustomPrompt="1"/>
          </p:nvPr>
        </p:nvSpPr>
        <p:spPr>
          <a:xfrm>
            <a:off x="8222400" y="1295999"/>
            <a:ext cx="2541600" cy="2055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Add Text 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9" name="Content Placeholder 5"/>
          <p:cNvSpPr>
            <a:spLocks noGrp="1"/>
          </p:cNvSpPr>
          <p:nvPr>
            <p:ph sz="half" idx="2" hasCustomPrompt="1"/>
          </p:nvPr>
        </p:nvSpPr>
        <p:spPr>
          <a:xfrm>
            <a:off x="205200" y="3481200"/>
            <a:ext cx="2541600" cy="2055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Add Text 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10" name="Content Placeholder 6"/>
          <p:cNvSpPr>
            <a:spLocks noGrp="1"/>
          </p:cNvSpPr>
          <p:nvPr>
            <p:ph sz="half" idx="4" hasCustomPrompt="1"/>
          </p:nvPr>
        </p:nvSpPr>
        <p:spPr>
          <a:xfrm>
            <a:off x="2877600" y="3481200"/>
            <a:ext cx="2541600" cy="2055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Add Text 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18" name="Content Placeholder 7">
            <a:extLst>
              <a:ext uri="{FF2B5EF4-FFF2-40B4-BE49-F238E27FC236}">
                <a16:creationId xmlns:a16="http://schemas.microsoft.com/office/drawing/2014/main" id="{B143799E-2832-49D7-9953-45BACACA7549}"/>
              </a:ext>
            </a:extLst>
          </p:cNvPr>
          <p:cNvSpPr>
            <a:spLocks noGrp="1"/>
          </p:cNvSpPr>
          <p:nvPr>
            <p:ph sz="half" idx="6" hasCustomPrompt="1"/>
          </p:nvPr>
        </p:nvSpPr>
        <p:spPr>
          <a:xfrm>
            <a:off x="5550000" y="3481200"/>
            <a:ext cx="2541600" cy="2055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Add Text 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11" name="Content Placeholder 8"/>
          <p:cNvSpPr>
            <a:spLocks noGrp="1"/>
          </p:cNvSpPr>
          <p:nvPr>
            <p:ph sz="half" idx="8" hasCustomPrompt="1"/>
          </p:nvPr>
        </p:nvSpPr>
        <p:spPr>
          <a:xfrm>
            <a:off x="8222400" y="3481200"/>
            <a:ext cx="2541600" cy="2055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Add Text 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21" name="AttachmentRemark">
            <a:extLst>
              <a:ext uri="{FF2B5EF4-FFF2-40B4-BE49-F238E27FC236}">
                <a16:creationId xmlns:a16="http://schemas.microsoft.com/office/drawing/2014/main" id="{60F530EA-2EFB-4DC6-BA26-465D18FD265B}"/>
              </a:ext>
            </a:extLst>
          </p:cNvPr>
          <p:cNvSpPr>
            <a:spLocks/>
          </p:cNvSpPr>
          <p:nvPr userDrawn="1"/>
        </p:nvSpPr>
        <p:spPr>
          <a:xfrm>
            <a:off x="9224010" y="259080"/>
            <a:ext cx="1691640" cy="777240"/>
          </a:xfrm>
          <a:prstGeom prst="rect">
            <a:avLst/>
          </a:prstGeom>
          <a:noFill/>
          <a:ln w="0" cap="flat" cmpd="sng" algn="ctr">
            <a:noFill/>
            <a:prstDash val="solid"/>
          </a:ln>
          <a:effectLst/>
        </p:spPr>
        <p:txBody>
          <a:bodyPr wrap="square" lIns="0" tIns="17779" rIns="0" bIns="0" rtlCol="0" anchor="t">
            <a:normAutofit/>
          </a:bodyPr>
          <a:lstStyle/>
          <a:p>
            <a:pPr rtl="0">
              <a:lnSpc>
                <a:spcPts val="900"/>
              </a:lnSpc>
            </a:pPr>
            <a:r>
              <a:rPr lang="en-US" sz="550" b="0" i="0" u="none" strike="noStrike" kern="0" baseline="0" noProof="1">
                <a:solidFill>
                  <a:srgbClr val="000000"/>
                </a:solidFill>
                <a:latin typeface="+mn-lt"/>
              </a:rPr>
              <a:t> 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3FE2449-86F7-413D-AD74-17B8BDC576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98AEC0-503E-4FA4-859C-D0F72D6E3F79}" type="slidenum">
              <a:rPr lang="en-US" noProof="1" smtClean="0"/>
              <a:pPr/>
              <a:t>‹#›</a:t>
            </a:fld>
            <a:endParaRPr lang="en-US" noProof="1"/>
          </a:p>
        </p:txBody>
      </p:sp>
    </p:spTree>
    <p:extLst>
      <p:ext uri="{BB962C8B-B14F-4D97-AF65-F5344CB8AC3E}">
        <p14:creationId xmlns:p14="http://schemas.microsoft.com/office/powerpoint/2010/main" val="337142147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128" userDrawn="1">
          <p15:clr>
            <a:srgbClr val="FBAE40"/>
          </p15:clr>
        </p15:guide>
        <p15:guide id="2" pos="6784" userDrawn="1">
          <p15:clr>
            <a:srgbClr val="FBAE40"/>
          </p15:clr>
        </p15:guide>
        <p15:guide id="3" orient="horz" pos="162" userDrawn="1">
          <p15:clr>
            <a:srgbClr val="FBAE40"/>
          </p15:clr>
        </p15:guide>
        <p15:guide id="4" orient="horz" pos="408" userDrawn="1">
          <p15:clr>
            <a:srgbClr val="FBAE40"/>
          </p15:clr>
        </p15:guide>
        <p15:guide id="5" orient="horz" pos="654" userDrawn="1">
          <p15:clr>
            <a:srgbClr val="FBAE40"/>
          </p15:clr>
        </p15:guide>
        <p15:guide id="6" orient="horz" pos="816" userDrawn="1">
          <p15:clr>
            <a:srgbClr val="FBAE40"/>
          </p15:clr>
        </p15:guide>
        <p15:guide id="7" orient="horz" pos="3489" userDrawn="1">
          <p15:clr>
            <a:srgbClr val="FBAE40"/>
          </p15:clr>
        </p15:guide>
        <p15:guide id="8" orient="horz" pos="2113" userDrawn="1">
          <p15:clr>
            <a:srgbClr val="FBAE40"/>
          </p15:clr>
        </p15:guide>
        <p15:guide id="9" orient="horz" pos="2192" userDrawn="1">
          <p15:clr>
            <a:srgbClr val="FBAE40"/>
          </p15:clr>
        </p15:guide>
        <p15:guide id="10" pos="1731" userDrawn="1">
          <p15:clr>
            <a:srgbClr val="FBAE40"/>
          </p15:clr>
        </p15:guide>
        <p15:guide id="11" pos="1810" userDrawn="1">
          <p15:clr>
            <a:srgbClr val="FBAE40"/>
          </p15:clr>
        </p15:guide>
        <p15:guide id="12" pos="3416" userDrawn="1">
          <p15:clr>
            <a:srgbClr val="FBAE40"/>
          </p15:clr>
        </p15:guide>
        <p15:guide id="13" pos="3497" userDrawn="1">
          <p15:clr>
            <a:srgbClr val="FBAE40"/>
          </p15:clr>
        </p15:guide>
        <p15:guide id="14" pos="5098" userDrawn="1">
          <p15:clr>
            <a:srgbClr val="FBAE40"/>
          </p15:clr>
        </p15:guide>
        <p15:guide id="15" pos="5177" userDrawn="1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adline only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hapter_titleonly"/>
          <p:cNvSpPr>
            <a:spLocks noGrp="1"/>
          </p:cNvSpPr>
          <p:nvPr>
            <p:ph type="body" sz="quarter" idx="15" hasCustomPrompt="1"/>
          </p:nvPr>
        </p:nvSpPr>
        <p:spPr>
          <a:xfrm>
            <a:off x="205200" y="259200"/>
            <a:ext cx="10558800" cy="388800"/>
          </a:xfrm>
        </p:spPr>
        <p:txBody>
          <a:bodyPr/>
          <a:lstStyle>
            <a:lvl1pPr marL="0" indent="0">
              <a:lnSpc>
                <a:spcPct val="89000"/>
              </a:lnSpc>
              <a:spcBef>
                <a:spcPts val="0"/>
              </a:spcBef>
              <a:buNone/>
              <a:defRPr sz="2800" kern="0" baseline="0">
                <a:solidFill>
                  <a:schemeClr val="tx1"/>
                </a:solidFill>
              </a:defRPr>
            </a:lvl1pPr>
            <a:lvl2pPr marL="233983" indent="0">
              <a:buNone/>
              <a:defRPr sz="2800"/>
            </a:lvl2pPr>
            <a:lvl3pPr marL="525562" indent="0">
              <a:buNone/>
              <a:defRPr sz="2800"/>
            </a:lvl3pPr>
            <a:lvl4pPr marL="748745" indent="0">
              <a:buNone/>
              <a:defRPr sz="2800"/>
            </a:lvl4pPr>
            <a:lvl5pPr marL="748745" indent="0">
              <a:buNone/>
              <a:defRPr sz="2800"/>
            </a:lvl5pPr>
          </a:lstStyle>
          <a:p>
            <a:pPr lvl="0"/>
            <a:r>
              <a:rPr lang="en-US" noProof="1"/>
              <a:t>Add Chapter Title</a:t>
            </a:r>
          </a:p>
        </p:txBody>
      </p:sp>
      <p:sp>
        <p:nvSpPr>
          <p:cNvPr id="10" name="AttachmentRemark">
            <a:extLst>
              <a:ext uri="{FF2B5EF4-FFF2-40B4-BE49-F238E27FC236}">
                <a16:creationId xmlns:a16="http://schemas.microsoft.com/office/drawing/2014/main" id="{8883D326-CEAD-4903-8269-B2D194C3C224}"/>
              </a:ext>
            </a:extLst>
          </p:cNvPr>
          <p:cNvSpPr>
            <a:spLocks/>
          </p:cNvSpPr>
          <p:nvPr userDrawn="1"/>
        </p:nvSpPr>
        <p:spPr>
          <a:xfrm>
            <a:off x="9224010" y="259080"/>
            <a:ext cx="1691640" cy="777240"/>
          </a:xfrm>
          <a:prstGeom prst="rect">
            <a:avLst/>
          </a:prstGeom>
          <a:noFill/>
          <a:ln w="0" cap="flat" cmpd="sng" algn="ctr">
            <a:noFill/>
            <a:prstDash val="solid"/>
          </a:ln>
          <a:effectLst/>
        </p:spPr>
        <p:txBody>
          <a:bodyPr wrap="square" lIns="0" tIns="17779" rIns="0" bIns="0" rtlCol="0" anchor="t">
            <a:normAutofit/>
          </a:bodyPr>
          <a:lstStyle/>
          <a:p>
            <a:pPr rtl="0">
              <a:lnSpc>
                <a:spcPts val="900"/>
              </a:lnSpc>
            </a:pPr>
            <a:r>
              <a:rPr lang="en-US" sz="550" b="0" i="0" u="none" strike="noStrike" kern="0" baseline="0" noProof="1">
                <a:solidFill>
                  <a:srgbClr val="000000"/>
                </a:solidFill>
                <a:latin typeface="+mn-lt"/>
              </a:rPr>
              <a:t> 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5CC74776-286D-45CF-B42A-A491ED08BED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Add Slide Title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D4A29A7-9E35-4523-8421-38341F67C3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98AEC0-503E-4FA4-859C-D0F72D6E3F79}" type="slidenum">
              <a:rPr lang="en-US" noProof="1" smtClean="0"/>
              <a:pPr/>
              <a:t>‹#›</a:t>
            </a:fld>
            <a:endParaRPr lang="en-US" noProof="1"/>
          </a:p>
        </p:txBody>
      </p:sp>
    </p:spTree>
    <p:extLst>
      <p:ext uri="{BB962C8B-B14F-4D97-AF65-F5344CB8AC3E}">
        <p14:creationId xmlns:p14="http://schemas.microsoft.com/office/powerpoint/2010/main" val="282227449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128" userDrawn="1">
          <p15:clr>
            <a:srgbClr val="FBAE40"/>
          </p15:clr>
        </p15:guide>
        <p15:guide id="2" pos="6784" userDrawn="1">
          <p15:clr>
            <a:srgbClr val="FBAE40"/>
          </p15:clr>
        </p15:guide>
        <p15:guide id="3" orient="horz" pos="162" userDrawn="1">
          <p15:clr>
            <a:srgbClr val="FBAE40"/>
          </p15:clr>
        </p15:guide>
        <p15:guide id="4" orient="horz" pos="408" userDrawn="1">
          <p15:clr>
            <a:srgbClr val="FBAE40"/>
          </p15:clr>
        </p15:guide>
        <p15:guide id="5" orient="horz" pos="654" userDrawn="1">
          <p15:clr>
            <a:srgbClr val="FBAE40"/>
          </p15:clr>
        </p15:guide>
        <p15:guide id="6" orient="horz" pos="816" userDrawn="1">
          <p15:clr>
            <a:srgbClr val="FBAE40"/>
          </p15:clr>
        </p15:guide>
        <p15:guide id="7" orient="horz" pos="3489" userDrawn="1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AttachmentRemark">
            <a:extLst>
              <a:ext uri="{FF2B5EF4-FFF2-40B4-BE49-F238E27FC236}">
                <a16:creationId xmlns:a16="http://schemas.microsoft.com/office/drawing/2014/main" id="{C868D9BE-A299-4D0B-87AF-B491FAE5FD28}"/>
              </a:ext>
            </a:extLst>
          </p:cNvPr>
          <p:cNvSpPr>
            <a:spLocks/>
          </p:cNvSpPr>
          <p:nvPr userDrawn="1"/>
        </p:nvSpPr>
        <p:spPr>
          <a:xfrm>
            <a:off x="9224010" y="259080"/>
            <a:ext cx="1691640" cy="777240"/>
          </a:xfrm>
          <a:prstGeom prst="rect">
            <a:avLst/>
          </a:prstGeom>
          <a:noFill/>
          <a:ln w="0" cap="flat" cmpd="sng" algn="ctr">
            <a:noFill/>
            <a:prstDash val="solid"/>
          </a:ln>
          <a:effectLst/>
        </p:spPr>
        <p:txBody>
          <a:bodyPr wrap="square" lIns="0" tIns="17779" rIns="0" bIns="0" rtlCol="0" anchor="t">
            <a:normAutofit/>
          </a:bodyPr>
          <a:lstStyle/>
          <a:p>
            <a:pPr rtl="0">
              <a:lnSpc>
                <a:spcPts val="900"/>
              </a:lnSpc>
            </a:pPr>
            <a:r>
              <a:rPr lang="en-US" sz="550" b="0" i="0" u="none" strike="noStrike" kern="0" baseline="0" noProof="1">
                <a:solidFill>
                  <a:srgbClr val="000000"/>
                </a:solidFill>
                <a:latin typeface="+mn-lt"/>
              </a:rPr>
              <a:t> 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70A8589-A8D2-4132-B89B-2FADFC1256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98AEC0-503E-4FA4-859C-D0F72D6E3F79}" type="slidenum">
              <a:rPr lang="en-US" noProof="1" smtClean="0"/>
              <a:pPr/>
              <a:t>‹#›</a:t>
            </a:fld>
            <a:endParaRPr lang="en-US" noProof="1"/>
          </a:p>
        </p:txBody>
      </p:sp>
    </p:spTree>
    <p:extLst>
      <p:ext uri="{BB962C8B-B14F-4D97-AF65-F5344CB8AC3E}">
        <p14:creationId xmlns:p14="http://schemas.microsoft.com/office/powerpoint/2010/main" val="107455185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128" userDrawn="1">
          <p15:clr>
            <a:srgbClr val="FBAE40"/>
          </p15:clr>
        </p15:guide>
        <p15:guide id="2" pos="6784" userDrawn="1">
          <p15:clr>
            <a:srgbClr val="FBAE40"/>
          </p15:clr>
        </p15:guide>
        <p15:guide id="3" orient="horz" pos="162" userDrawn="1">
          <p15:clr>
            <a:srgbClr val="FBAE40"/>
          </p15:clr>
        </p15:guide>
        <p15:guide id="7" orient="horz" pos="3489" userDrawn="1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image" Target="../media/image2.png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1.wmf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Logo">
            <a:extLst>
              <a:ext uri="{FF2B5EF4-FFF2-40B4-BE49-F238E27FC236}">
                <a16:creationId xmlns:a16="http://schemas.microsoft.com/office/drawing/2014/main" id="{F38A617B-35DF-43CE-B5F7-67FA9A7F2474}"/>
              </a:ext>
            </a:extLst>
          </p:cNvPr>
          <p:cNvPicPr>
            <a:picLocks noSelect="1" noChangeAspect="1"/>
          </p:cNvPicPr>
          <p:nvPr userDrawn="1"/>
        </p:nvPicPr>
        <p:blipFill>
          <a:blip r:embed="rId2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79054" y="5676108"/>
            <a:ext cx="1015200" cy="276683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05200" y="648000"/>
            <a:ext cx="10558800" cy="3888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 noProof="1"/>
              <a:t>Add Slide Title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5200" y="1296000"/>
            <a:ext cx="10558800" cy="42408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 noProof="1"/>
              <a:t>Click to edit Master text styles</a:t>
            </a:r>
          </a:p>
          <a:p>
            <a:pPr lvl="1"/>
            <a:r>
              <a:rPr lang="en-US" noProof="1"/>
              <a:t>Second level</a:t>
            </a:r>
          </a:p>
          <a:p>
            <a:pPr lvl="2"/>
            <a:r>
              <a:rPr lang="en-US" noProof="1"/>
              <a:t>Third level</a:t>
            </a:r>
          </a:p>
          <a:p>
            <a:pPr lvl="3"/>
            <a:r>
              <a:rPr lang="en-US" noProof="1"/>
              <a:t>Fourth level</a:t>
            </a:r>
          </a:p>
          <a:p>
            <a:pPr lvl="4"/>
            <a:r>
              <a:rPr lang="en-US" noProof="1"/>
              <a:t>Fifth level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205200" y="5666400"/>
            <a:ext cx="288290" cy="410210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algn="l">
              <a:defRPr sz="1200">
                <a:solidFill>
                  <a:srgbClr val="999FA6"/>
                </a:solidFill>
                <a:latin typeface="+mn-lt"/>
              </a:defRPr>
            </a:lvl1pPr>
          </a:lstStyle>
          <a:p>
            <a:fld id="{4898AEC0-503E-4FA4-859C-D0F72D6E3F79}" type="slidenum">
              <a:rPr lang="en-US" noProof="1" dirty="0" smtClean="0"/>
              <a:pPr/>
              <a:t>‹#›</a:t>
            </a:fld>
            <a:endParaRPr lang="en-US" noProof="1"/>
          </a:p>
        </p:txBody>
      </p:sp>
      <p:sp>
        <p:nvSpPr>
          <p:cNvPr id="14" name="Bosch_footer_1">
            <a:extLst>
              <a:ext uri="{FF2B5EF4-FFF2-40B4-BE49-F238E27FC236}">
                <a16:creationId xmlns:a16="http://schemas.microsoft.com/office/drawing/2014/main" id="{179AD5EC-CEF2-4193-998B-D730BC74E01B}"/>
              </a:ext>
            </a:extLst>
          </p:cNvPr>
          <p:cNvSpPr txBox="1"/>
          <p:nvPr userDrawn="1"/>
        </p:nvSpPr>
        <p:spPr>
          <a:xfrm>
            <a:off x="547200" y="5688000"/>
            <a:ext cx="9126000" cy="10795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7000"/>
              </a:lnSpc>
              <a:spcBef>
                <a:spcPts val="0"/>
              </a:spcBef>
              <a:spcAft>
                <a:spcPts val="100"/>
              </a:spcAft>
              <a:buClrTx/>
              <a:buSzTx/>
              <a:buFontTx/>
              <a:buNone/>
              <a:tabLst/>
              <a:defRPr/>
            </a:pPr>
            <a:r>
              <a:rPr lang="en-US" sz="600" b="1" kern="0" baseline="0" noProof="1">
                <a:solidFill>
                  <a:srgbClr val="D70012"/>
                </a:solidFill>
                <a:latin typeface="+mn-lt"/>
              </a:rPr>
              <a:t>Internal C-SC1</a:t>
            </a:r>
            <a:r>
              <a:rPr lang="en-US" sz="600" kern="0" baseline="0" noProof="1">
                <a:solidFill>
                  <a:schemeClr val="tx1"/>
                </a:solidFill>
                <a:latin typeface="+mn-lt"/>
              </a:rPr>
              <a:t> | Power Solutions | PS-TS/EAC-NA | 2026-03-18</a:t>
            </a:r>
          </a:p>
          <a:p>
            <a:pPr marR="0" defTabSz="914400" eaLnBrk="1" fontAlgn="auto" latinLnBrk="0" hangingPunct="1">
              <a:lnSpc>
                <a:spcPct val="107000"/>
              </a:lnSpc>
              <a:spcBef>
                <a:spcPts val="0"/>
              </a:spcBef>
              <a:spcAft>
                <a:spcPts val="100"/>
              </a:spcAft>
              <a:buClrTx/>
              <a:buSzTx/>
              <a:buFontTx/>
              <a:buNone/>
              <a:tabLst/>
            </a:pPr>
            <a:endParaRPr kumimoji="0" lang="en-US" sz="600" b="0" i="0" u="none" strike="noStrike" kern="0" cap="none" spc="0" normalizeH="0" baseline="0" noProof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</a:endParaRPr>
          </a:p>
        </p:txBody>
      </p:sp>
      <p:sp>
        <p:nvSpPr>
          <p:cNvPr id="8" name="Bosch_footer_2">
            <a:extLst>
              <a:ext uri="{FF2B5EF4-FFF2-40B4-BE49-F238E27FC236}">
                <a16:creationId xmlns:a16="http://schemas.microsoft.com/office/drawing/2014/main" id="{C3D77AD5-379C-4A86-AFCF-32945A0FEE26}"/>
              </a:ext>
            </a:extLst>
          </p:cNvPr>
          <p:cNvSpPr txBox="1"/>
          <p:nvPr userDrawn="1"/>
        </p:nvSpPr>
        <p:spPr>
          <a:xfrm>
            <a:off x="547200" y="5793901"/>
            <a:ext cx="9126000" cy="2159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>
              <a:lnSpc>
                <a:spcPct val="120000"/>
              </a:lnSpc>
              <a:spcAft>
                <a:spcPts val="100"/>
              </a:spcAft>
            </a:pPr>
            <a:r>
              <a:rPr lang="en-US" sz="600" kern="0" baseline="0" noProof="1">
                <a:solidFill>
                  <a:srgbClr val="B2B3B5"/>
                </a:solidFill>
                <a:latin typeface="+mn-lt"/>
              </a:rPr>
              <a:t>© 2026 Robert Bosch LLC and affiliates. All rights reserved.</a:t>
            </a:r>
          </a:p>
        </p:txBody>
      </p:sp>
      <p:sp>
        <p:nvSpPr>
          <p:cNvPr id="15" name="Bosch_footer_1" hidden="1">
            <a:extLst>
              <a:ext uri="{FF2B5EF4-FFF2-40B4-BE49-F238E27FC236}">
                <a16:creationId xmlns:a16="http://schemas.microsoft.com/office/drawing/2014/main" id="{DB0BF576-A4BE-4521-98AB-F28795DF7BD0}"/>
              </a:ext>
            </a:extLst>
          </p:cNvPr>
          <p:cNvSpPr txBox="1"/>
          <p:nvPr userDrawn="1"/>
        </p:nvSpPr>
        <p:spPr>
          <a:xfrm>
            <a:off x="816069" y="5383543"/>
            <a:ext cx="9154800" cy="1080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7000"/>
              </a:lnSpc>
              <a:spcBef>
                <a:spcPts val="0"/>
              </a:spcBef>
              <a:spcAft>
                <a:spcPts val="100"/>
              </a:spcAft>
              <a:buClrTx/>
              <a:buSzTx/>
              <a:buFontTx/>
              <a:buNone/>
              <a:tabLst/>
              <a:defRPr/>
            </a:pPr>
            <a:r>
              <a:rPr lang="en-US" sz="600" b="1" kern="0" baseline="0" noProof="1">
                <a:solidFill>
                  <a:srgbClr val="D70012"/>
                </a:solidFill>
              </a:rPr>
              <a:t>%classification%</a:t>
            </a:r>
            <a:r>
              <a:rPr lang="en-US" sz="600" kern="0" baseline="0" noProof="1">
                <a:solidFill>
                  <a:schemeClr val="tx1"/>
                </a:solidFill>
              </a:rPr>
              <a:t>%businessunit%%departmentshort%%dateformat%</a:t>
            </a:r>
          </a:p>
        </p:txBody>
      </p:sp>
      <p:sp>
        <p:nvSpPr>
          <p:cNvPr id="9" name="Bosch_footer_2" hidden="1">
            <a:extLst>
              <a:ext uri="{FF2B5EF4-FFF2-40B4-BE49-F238E27FC236}">
                <a16:creationId xmlns:a16="http://schemas.microsoft.com/office/drawing/2014/main" id="{E897C98A-4665-443F-B1CF-E9B71E9916EC}"/>
              </a:ext>
            </a:extLst>
          </p:cNvPr>
          <p:cNvSpPr txBox="1"/>
          <p:nvPr userDrawn="1"/>
        </p:nvSpPr>
        <p:spPr>
          <a:xfrm>
            <a:off x="593090" y="5748656"/>
            <a:ext cx="9152890" cy="2159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>
              <a:lnSpc>
                <a:spcPct val="120000"/>
              </a:lnSpc>
              <a:spcAft>
                <a:spcPts val="100"/>
              </a:spcAft>
            </a:pPr>
            <a:r>
              <a:rPr lang="en-US" sz="600" kern="0" baseline="0" noProof="1">
                <a:solidFill>
                  <a:schemeClr val="tx1"/>
                </a:solidFill>
              </a:rPr>
              <a:t>%repositoryremark%</a:t>
            </a:r>
            <a:r>
              <a:rPr lang="en-US" sz="600" kern="0" baseline="0" noProof="1">
                <a:solidFill>
                  <a:srgbClr val="B2B3B5"/>
                </a:solidFill>
              </a:rPr>
              <a:t>%copyright%</a:t>
            </a:r>
          </a:p>
        </p:txBody>
      </p:sp>
      <p:sp>
        <p:nvSpPr>
          <p:cNvPr id="5" name="Bosch_footer_conf" hidden="1">
            <a:extLst>
              <a:ext uri="{FF2B5EF4-FFF2-40B4-BE49-F238E27FC236}">
                <a16:creationId xmlns:a16="http://schemas.microsoft.com/office/drawing/2014/main" id="{F284BCA6-6C15-7058-29DB-AB9000B6F1CF}"/>
              </a:ext>
            </a:extLst>
          </p:cNvPr>
          <p:cNvSpPr txBox="1"/>
          <p:nvPr userDrawn="1"/>
        </p:nvSpPr>
        <p:spPr>
          <a:xfrm>
            <a:off x="816069" y="5168593"/>
            <a:ext cx="9154800" cy="1080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7000"/>
              </a:lnSpc>
              <a:spcBef>
                <a:spcPts val="0"/>
              </a:spcBef>
              <a:spcAft>
                <a:spcPts val="100"/>
              </a:spcAft>
              <a:buClrTx/>
              <a:buSzTx/>
              <a:buFontTx/>
              <a:buNone/>
              <a:tabLst/>
              <a:defRPr/>
            </a:pPr>
            <a:r>
              <a:rPr lang="en-US" sz="600" b="1" kern="0" baseline="0" noProof="1">
                <a:solidFill>
                  <a:srgbClr val="D70012"/>
                </a:solidFill>
              </a:rPr>
              <a:t>%classification%</a:t>
            </a:r>
            <a:endParaRPr lang="en-US" sz="600" kern="0" baseline="0" noProof="1">
              <a:solidFill>
                <a:schemeClr val="tx1"/>
              </a:solidFill>
            </a:endParaRPr>
          </a:p>
        </p:txBody>
      </p:sp>
      <p:sp>
        <p:nvSpPr>
          <p:cNvPr id="13" name="AttachmentRemark" hidden="1">
            <a:extLst>
              <a:ext uri="{FF2B5EF4-FFF2-40B4-BE49-F238E27FC236}">
                <a16:creationId xmlns:a16="http://schemas.microsoft.com/office/drawing/2014/main" id="{F41551A9-D6BA-431A-8DBF-55BA472D9657}"/>
              </a:ext>
            </a:extLst>
          </p:cNvPr>
          <p:cNvSpPr>
            <a:spLocks/>
          </p:cNvSpPr>
          <p:nvPr userDrawn="1"/>
        </p:nvSpPr>
        <p:spPr>
          <a:xfrm>
            <a:off x="9224010" y="259080"/>
            <a:ext cx="1691640" cy="777240"/>
          </a:xfrm>
          <a:prstGeom prst="rect">
            <a:avLst/>
          </a:prstGeom>
          <a:noFill/>
          <a:ln w="0" cap="flat" cmpd="sng" algn="ctr">
            <a:noFill/>
            <a:prstDash val="solid"/>
          </a:ln>
          <a:effectLst/>
        </p:spPr>
        <p:txBody>
          <a:bodyPr wrap="square" lIns="0" tIns="17779" rIns="0" bIns="0" rtlCol="0" anchor="t">
            <a:normAutofit/>
          </a:bodyPr>
          <a:lstStyle/>
          <a:p>
            <a:pPr rtl="0">
              <a:lnSpc>
                <a:spcPts val="900"/>
              </a:lnSpc>
            </a:pPr>
            <a:r>
              <a:rPr lang="en-US" sz="550" b="0" i="0" u="none" strike="noStrike" kern="0" baseline="0" noProof="1">
                <a:solidFill>
                  <a:srgbClr val="000000"/>
                </a:solidFill>
                <a:latin typeface="+mn-lt"/>
              </a:rPr>
              <a:t>%attachmentremark% </a:t>
            </a:r>
          </a:p>
        </p:txBody>
      </p:sp>
      <p:pic>
        <p:nvPicPr>
          <p:cNvPr id="12" name="SuperGraphic">
            <a:extLst>
              <a:ext uri="{FF2B5EF4-FFF2-40B4-BE49-F238E27FC236}">
                <a16:creationId xmlns:a16="http://schemas.microsoft.com/office/drawing/2014/main" id="{1E0562BC-DD12-4C96-A115-D2D70EC1366D}"/>
              </a:ext>
            </a:extLst>
          </p:cNvPr>
          <p:cNvPicPr>
            <a:picLocks noSelect="1" noChangeAspect="1"/>
          </p:cNvPicPr>
          <p:nvPr userDrawn="1"/>
        </p:nvPicPr>
        <p:blipFill>
          <a:blip r:embed="rId2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102000"/>
            <a:ext cx="10969200" cy="685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15531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8" r:id="rId1"/>
    <p:sldLayoutId id="2147483710" r:id="rId2"/>
    <p:sldLayoutId id="2147483713" r:id="rId3"/>
    <p:sldLayoutId id="2147483749" r:id="rId4"/>
    <p:sldLayoutId id="2147483750" r:id="rId5"/>
    <p:sldLayoutId id="2147483751" r:id="rId6"/>
    <p:sldLayoutId id="2147483752" r:id="rId7"/>
    <p:sldLayoutId id="2147483753" r:id="rId8"/>
    <p:sldLayoutId id="2147483754" r:id="rId9"/>
    <p:sldLayoutId id="2147483755" r:id="rId10"/>
    <p:sldLayoutId id="2147483746" r:id="rId11"/>
    <p:sldLayoutId id="2147483744" r:id="rId12"/>
    <p:sldLayoutId id="2147483724" r:id="rId13"/>
    <p:sldLayoutId id="2147483726" r:id="rId14"/>
    <p:sldLayoutId id="2147483727" r:id="rId15"/>
    <p:sldLayoutId id="2147483728" r:id="rId16"/>
    <p:sldLayoutId id="2147483729" r:id="rId17"/>
    <p:sldLayoutId id="2147483745" r:id="rId18"/>
    <p:sldLayoutId id="2147483723" r:id="rId19"/>
    <p:sldLayoutId id="2147483734" r:id="rId20"/>
  </p:sldLayoutIdLst>
  <p:hf hdr="0" ftr="0" dt="0"/>
  <p:txStyles>
    <p:titleStyle>
      <a:lvl1pPr algn="l" defTabSz="914333" rtl="0" eaLnBrk="1" latinLnBrk="0" hangingPunct="1">
        <a:lnSpc>
          <a:spcPct val="89000"/>
        </a:lnSpc>
        <a:spcBef>
          <a:spcPct val="0"/>
        </a:spcBef>
        <a:buNone/>
        <a:defRPr sz="2800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230400" indent="-230400" algn="l" defTabSz="914333" rtl="0" eaLnBrk="1" latinLnBrk="0" hangingPunct="1">
        <a:lnSpc>
          <a:spcPct val="107000"/>
        </a:lnSpc>
        <a:spcBef>
          <a:spcPts val="500"/>
        </a:spcBef>
        <a:buFont typeface="Wingdings" panose="05000000000000000000" pitchFamily="2" charset="2"/>
        <a:buChar char="§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687600" indent="-230400" algn="l" defTabSz="914333" rtl="0" eaLnBrk="1" latinLnBrk="0" hangingPunct="1">
        <a:lnSpc>
          <a:spcPct val="103000"/>
        </a:lnSpc>
        <a:spcBef>
          <a:spcPts val="500"/>
        </a:spcBef>
        <a:buFont typeface="Symbol" panose="05050102010706020507" pitchFamily="18" charset="2"/>
        <a:buChar char="-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4800" indent="-230400" algn="l" defTabSz="914333" rtl="0" eaLnBrk="1" latinLnBrk="0" hangingPunct="1">
        <a:lnSpc>
          <a:spcPct val="102000"/>
        </a:lnSpc>
        <a:spcBef>
          <a:spcPts val="500"/>
        </a:spcBef>
        <a:buFont typeface="Symbol" panose="05050102010706020507" pitchFamily="18" charset="2"/>
        <a:buChar char="-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2000" indent="-230400" algn="l" defTabSz="914333" rtl="0" eaLnBrk="1" latinLnBrk="0" hangingPunct="1">
        <a:lnSpc>
          <a:spcPct val="103000"/>
        </a:lnSpc>
        <a:spcBef>
          <a:spcPts val="500"/>
        </a:spcBef>
        <a:buFont typeface="Bosch Office Sans" pitchFamily="2" charset="0"/>
        <a:buChar char="‒"/>
        <a:defRPr sz="1300" kern="1200">
          <a:solidFill>
            <a:schemeClr val="tx1"/>
          </a:solidFill>
          <a:latin typeface="+mn-lt"/>
          <a:ea typeface="+mn-ea"/>
          <a:cs typeface="+mn-cs"/>
        </a:defRPr>
      </a:lvl4pPr>
      <a:lvl5pPr marL="1602000" indent="-230400" algn="l" defTabSz="914333" rtl="0" eaLnBrk="1" latinLnBrk="0" hangingPunct="1">
        <a:lnSpc>
          <a:spcPct val="103000"/>
        </a:lnSpc>
        <a:spcBef>
          <a:spcPts val="500"/>
        </a:spcBef>
        <a:buFont typeface="Bosch Office Sans" pitchFamily="2" charset="0"/>
        <a:buChar char="‒"/>
        <a:defRPr sz="1300" kern="1200">
          <a:solidFill>
            <a:schemeClr val="tx1"/>
          </a:solidFill>
          <a:latin typeface="+mn-lt"/>
          <a:ea typeface="+mn-ea"/>
          <a:cs typeface="+mn-cs"/>
        </a:defRPr>
      </a:lvl5pPr>
      <a:lvl6pPr marL="1602000" indent="-230400" algn="l" defTabSz="914333" rtl="0" eaLnBrk="1" latinLnBrk="0" hangingPunct="1">
        <a:lnSpc>
          <a:spcPct val="103000"/>
        </a:lnSpc>
        <a:spcBef>
          <a:spcPts val="500"/>
        </a:spcBef>
        <a:buFont typeface="Bosch Office Sans" pitchFamily="2" charset="0"/>
        <a:buChar char="‒"/>
        <a:defRPr sz="1300" kern="1200">
          <a:solidFill>
            <a:schemeClr val="tx1"/>
          </a:solidFill>
          <a:latin typeface="+mn-lt"/>
          <a:ea typeface="+mn-ea"/>
          <a:cs typeface="+mn-cs"/>
        </a:defRPr>
      </a:lvl6pPr>
      <a:lvl7pPr marL="1602000" indent="-230400" algn="l" defTabSz="914333" rtl="0" eaLnBrk="1" latinLnBrk="0" hangingPunct="1">
        <a:lnSpc>
          <a:spcPct val="103000"/>
        </a:lnSpc>
        <a:spcBef>
          <a:spcPts val="500"/>
        </a:spcBef>
        <a:buFont typeface="Bosch Office Sans" pitchFamily="2" charset="0"/>
        <a:buChar char="‒"/>
        <a:defRPr sz="1300" kern="1200">
          <a:solidFill>
            <a:schemeClr val="tx1"/>
          </a:solidFill>
          <a:latin typeface="+mn-lt"/>
          <a:ea typeface="+mn-ea"/>
          <a:cs typeface="+mn-cs"/>
        </a:defRPr>
      </a:lvl7pPr>
      <a:lvl8pPr marL="1602000" indent="-230400" algn="l" defTabSz="914333" rtl="0" eaLnBrk="1" latinLnBrk="0" hangingPunct="1">
        <a:lnSpc>
          <a:spcPct val="103000"/>
        </a:lnSpc>
        <a:spcBef>
          <a:spcPts val="500"/>
        </a:spcBef>
        <a:buFont typeface="Bosch Office Sans" pitchFamily="2" charset="0"/>
        <a:buChar char="‒"/>
        <a:defRPr sz="1300" kern="1200">
          <a:solidFill>
            <a:schemeClr val="tx1"/>
          </a:solidFill>
          <a:latin typeface="+mn-lt"/>
          <a:ea typeface="+mn-ea"/>
          <a:cs typeface="+mn-cs"/>
        </a:defRPr>
      </a:lvl8pPr>
      <a:lvl9pPr marL="1602000" indent="-230400" algn="l" defTabSz="914333" rtl="0" eaLnBrk="1" latinLnBrk="0" hangingPunct="1">
        <a:lnSpc>
          <a:spcPct val="103000"/>
        </a:lnSpc>
        <a:spcBef>
          <a:spcPts val="500"/>
        </a:spcBef>
        <a:buFont typeface="Bosch Office Sans" pitchFamily="2" charset="0"/>
        <a:buChar char="‒"/>
        <a:defRPr sz="13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33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66" algn="l" defTabSz="91433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33" algn="l" defTabSz="91433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499" algn="l" defTabSz="91433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665" algn="l" defTabSz="91433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832" algn="l" defTabSz="91433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2998" algn="l" defTabSz="91433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165" algn="l" defTabSz="91433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332" algn="l" defTabSz="91433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9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g"/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20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20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60C468-A824-1E8E-8421-18951D26AF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1790880F-84BC-A9F6-D6F2-AE4A2C51265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0625"/>
          <a:stretch/>
        </p:blipFill>
        <p:spPr>
          <a:xfrm>
            <a:off x="1934859" y="966996"/>
            <a:ext cx="2337581" cy="1945244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2560B647-2435-3FF8-B71D-8222C879FF2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6924"/>
          <a:stretch/>
        </p:blipFill>
        <p:spPr>
          <a:xfrm>
            <a:off x="4580144" y="3306807"/>
            <a:ext cx="4837394" cy="2755468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03222217-B233-1661-C456-2F3C63B3C240}"/>
              </a:ext>
            </a:extLst>
          </p:cNvPr>
          <p:cNvSpPr/>
          <p:nvPr/>
        </p:nvSpPr>
        <p:spPr>
          <a:xfrm>
            <a:off x="663231" y="3615612"/>
            <a:ext cx="1754155" cy="1586204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12V Power Supply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9EBFACC-90AE-228A-C375-CB90F3BFE825}"/>
              </a:ext>
            </a:extLst>
          </p:cNvPr>
          <p:cNvCxnSpPr>
            <a:cxnSpLocks/>
          </p:cNvCxnSpPr>
          <p:nvPr/>
        </p:nvCxnSpPr>
        <p:spPr>
          <a:xfrm>
            <a:off x="2417386" y="4057650"/>
            <a:ext cx="2162758" cy="76200"/>
          </a:xfrm>
          <a:prstGeom prst="line">
            <a:avLst/>
          </a:prstGeom>
          <a:ln w="47625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56632EBD-3538-D1CA-3240-C987282802F2}"/>
              </a:ext>
            </a:extLst>
          </p:cNvPr>
          <p:cNvCxnSpPr>
            <a:cxnSpLocks/>
          </p:cNvCxnSpPr>
          <p:nvPr/>
        </p:nvCxnSpPr>
        <p:spPr>
          <a:xfrm>
            <a:off x="2417386" y="4566363"/>
            <a:ext cx="2232768" cy="0"/>
          </a:xfrm>
          <a:prstGeom prst="line">
            <a:avLst/>
          </a:prstGeom>
          <a:ln w="4762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F2165667-D14E-6006-7FFE-BD18F9E7297B}"/>
              </a:ext>
            </a:extLst>
          </p:cNvPr>
          <p:cNvSpPr txBox="1"/>
          <p:nvPr/>
        </p:nvSpPr>
        <p:spPr>
          <a:xfrm>
            <a:off x="2417386" y="3688318"/>
            <a:ext cx="3080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+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443BF38-296D-2CFF-C66B-94AC99B27609}"/>
              </a:ext>
            </a:extLst>
          </p:cNvPr>
          <p:cNvSpPr txBox="1"/>
          <p:nvPr/>
        </p:nvSpPr>
        <p:spPr>
          <a:xfrm>
            <a:off x="2417386" y="4566363"/>
            <a:ext cx="2632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-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4DE5E51A-3A27-0F8F-B5BD-405A1917206B}"/>
              </a:ext>
            </a:extLst>
          </p:cNvPr>
          <p:cNvCxnSpPr>
            <a:cxnSpLocks/>
          </p:cNvCxnSpPr>
          <p:nvPr/>
        </p:nvCxnSpPr>
        <p:spPr>
          <a:xfrm flipH="1">
            <a:off x="3547949" y="2325295"/>
            <a:ext cx="55759" cy="1808555"/>
          </a:xfrm>
          <a:prstGeom prst="line">
            <a:avLst/>
          </a:prstGeom>
          <a:ln w="47625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DD4A44C2-36D5-E87F-3D29-06AE05492B1C}"/>
              </a:ext>
            </a:extLst>
          </p:cNvPr>
          <p:cNvSpPr/>
          <p:nvPr/>
        </p:nvSpPr>
        <p:spPr>
          <a:xfrm>
            <a:off x="3460458" y="2325293"/>
            <a:ext cx="3073203" cy="1363023"/>
          </a:xfrm>
          <a:custGeom>
            <a:avLst/>
            <a:gdLst>
              <a:gd name="connsiteX0" fmla="*/ 125496 w 2961971"/>
              <a:gd name="connsiteY0" fmla="*/ 0 h 1428750"/>
              <a:gd name="connsiteX1" fmla="*/ 287421 w 2961971"/>
              <a:gd name="connsiteY1" fmla="*/ 1143000 h 1428750"/>
              <a:gd name="connsiteX2" fmla="*/ 2649621 w 2961971"/>
              <a:gd name="connsiteY2" fmla="*/ 838200 h 1428750"/>
              <a:gd name="connsiteX3" fmla="*/ 2935371 w 2961971"/>
              <a:gd name="connsiteY3" fmla="*/ 1428750 h 1428750"/>
              <a:gd name="connsiteX4" fmla="*/ 2935371 w 2961971"/>
              <a:gd name="connsiteY4" fmla="*/ 1428750 h 1428750"/>
              <a:gd name="connsiteX0" fmla="*/ 90191 w 2900066"/>
              <a:gd name="connsiteY0" fmla="*/ 0 h 1428750"/>
              <a:gd name="connsiteX1" fmla="*/ 252116 w 2900066"/>
              <a:gd name="connsiteY1" fmla="*/ 1143000 h 1428750"/>
              <a:gd name="connsiteX2" fmla="*/ 1987276 w 2900066"/>
              <a:gd name="connsiteY2" fmla="*/ 831204 h 1428750"/>
              <a:gd name="connsiteX3" fmla="*/ 2900066 w 2900066"/>
              <a:gd name="connsiteY3" fmla="*/ 1428750 h 1428750"/>
              <a:gd name="connsiteX4" fmla="*/ 2900066 w 2900066"/>
              <a:gd name="connsiteY4" fmla="*/ 1428750 h 1428750"/>
              <a:gd name="connsiteX0" fmla="*/ 87225 w 2897100"/>
              <a:gd name="connsiteY0" fmla="*/ 0 h 1428750"/>
              <a:gd name="connsiteX1" fmla="*/ 257087 w 2897100"/>
              <a:gd name="connsiteY1" fmla="*/ 884149 h 1428750"/>
              <a:gd name="connsiteX2" fmla="*/ 1984310 w 2897100"/>
              <a:gd name="connsiteY2" fmla="*/ 831204 h 1428750"/>
              <a:gd name="connsiteX3" fmla="*/ 2897100 w 2897100"/>
              <a:gd name="connsiteY3" fmla="*/ 1428750 h 1428750"/>
              <a:gd name="connsiteX4" fmla="*/ 2897100 w 2897100"/>
              <a:gd name="connsiteY4" fmla="*/ 1428750 h 14287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897100" h="1428750">
                <a:moveTo>
                  <a:pt x="87225" y="0"/>
                </a:moveTo>
                <a:cubicBezTo>
                  <a:pt x="-42157" y="501650"/>
                  <a:pt x="-59094" y="745615"/>
                  <a:pt x="257087" y="884149"/>
                </a:cubicBezTo>
                <a:cubicBezTo>
                  <a:pt x="573268" y="1022683"/>
                  <a:pt x="1544308" y="740437"/>
                  <a:pt x="1984310" y="831204"/>
                </a:cubicBezTo>
                <a:cubicBezTo>
                  <a:pt x="2424312" y="921971"/>
                  <a:pt x="2897100" y="1428750"/>
                  <a:pt x="2897100" y="1428750"/>
                </a:cubicBezTo>
                <a:lnTo>
                  <a:pt x="2897100" y="1428750"/>
                </a:lnTo>
              </a:path>
            </a:pathLst>
          </a:custGeom>
          <a:noFill/>
          <a:ln w="53975">
            <a:solidFill>
              <a:srgbClr val="00884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CC5481B1-1F96-32EA-C178-E9C27077EAC6}"/>
              </a:ext>
            </a:extLst>
          </p:cNvPr>
          <p:cNvCxnSpPr>
            <a:cxnSpLocks/>
          </p:cNvCxnSpPr>
          <p:nvPr/>
        </p:nvCxnSpPr>
        <p:spPr>
          <a:xfrm>
            <a:off x="3701920" y="2325293"/>
            <a:ext cx="143249" cy="2241070"/>
          </a:xfrm>
          <a:prstGeom prst="line">
            <a:avLst/>
          </a:prstGeom>
          <a:ln w="4762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6B485550-9B9B-5C2F-59F1-11F26667F812}"/>
              </a:ext>
            </a:extLst>
          </p:cNvPr>
          <p:cNvSpPr txBox="1"/>
          <p:nvPr/>
        </p:nvSpPr>
        <p:spPr>
          <a:xfrm>
            <a:off x="182908" y="1628212"/>
            <a:ext cx="25894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dirty="0"/>
              <a:t>PAD2 PUMP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1F9240B-361C-4D80-9DCA-3187861EE7C7}"/>
              </a:ext>
            </a:extLst>
          </p:cNvPr>
          <p:cNvSpPr txBox="1"/>
          <p:nvPr/>
        </p:nvSpPr>
        <p:spPr>
          <a:xfrm>
            <a:off x="4223335" y="1905541"/>
            <a:ext cx="675808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800" dirty="0"/>
              <a:t>PAD2 PUMP CONNECTION DIAGRAM</a:t>
            </a:r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C06ED856-BE91-53A8-8624-327E5017787F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dirty="0"/>
              <a:t>OPERATING THE PAD2 PUMP WITH PWM/LIN BOX</a:t>
            </a:r>
          </a:p>
        </p:txBody>
      </p:sp>
      <p:sp>
        <p:nvSpPr>
          <p:cNvPr id="18" name="Title 17">
            <a:extLst>
              <a:ext uri="{FF2B5EF4-FFF2-40B4-BE49-F238E27FC236}">
                <a16:creationId xmlns:a16="http://schemas.microsoft.com/office/drawing/2014/main" id="{F95BEB48-17D0-5F3E-828F-AE2D160647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PAD2 PUMP CONNECTION DIAGRAM</a:t>
            </a:r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445661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E3977B3A-52B0-B13A-6A25-F19502FC065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26" r="16508"/>
          <a:stretch/>
        </p:blipFill>
        <p:spPr>
          <a:xfrm>
            <a:off x="6123999" y="270219"/>
            <a:ext cx="4414417" cy="2557917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4D1B0C66-1728-02D1-5EDF-FC9A0541626A}"/>
              </a:ext>
            </a:extLst>
          </p:cNvPr>
          <p:cNvSpPr txBox="1"/>
          <p:nvPr/>
        </p:nvSpPr>
        <p:spPr>
          <a:xfrm>
            <a:off x="2314832" y="680322"/>
            <a:ext cx="394640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1. INITIAL POWER ON STATE </a:t>
            </a:r>
            <a:r>
              <a:rPr lang="en-US" dirty="0">
                <a:sym typeface="Wingdings" panose="05000000000000000000" pitchFamily="2" charset="2"/>
              </a:rPr>
              <a:t></a:t>
            </a:r>
            <a:endParaRPr lang="en-US" dirty="0"/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1B7B1BCE-1DEA-8E22-3BF8-FC7C3B5A60B9}"/>
              </a:ext>
            </a:extLst>
          </p:cNvPr>
          <p:cNvCxnSpPr>
            <a:cxnSpLocks/>
            <a:stCxn id="7" idx="3"/>
          </p:cNvCxnSpPr>
          <p:nvPr/>
        </p:nvCxnSpPr>
        <p:spPr>
          <a:xfrm flipV="1">
            <a:off x="4378345" y="1066690"/>
            <a:ext cx="5717202" cy="1241100"/>
          </a:xfrm>
          <a:prstGeom prst="straightConnector1">
            <a:avLst/>
          </a:prstGeom>
          <a:ln w="57150">
            <a:solidFill>
              <a:schemeClr val="accent1">
                <a:lumMod val="60000"/>
                <a:lumOff val="4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D9F42FB7-CE2C-392C-3005-88E21C12DD17}"/>
              </a:ext>
            </a:extLst>
          </p:cNvPr>
          <p:cNvSpPr txBox="1"/>
          <p:nvPr/>
        </p:nvSpPr>
        <p:spPr>
          <a:xfrm>
            <a:off x="1914020" y="1846125"/>
            <a:ext cx="246432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dirty="0"/>
              <a:t>2. Click red button upper right to enter PWM mode.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A38BFF1-FC20-27B0-FDD6-8B27FD5F955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790" t="6466" r="20143" b="12822"/>
          <a:stretch/>
        </p:blipFill>
        <p:spPr>
          <a:xfrm>
            <a:off x="6123999" y="3019572"/>
            <a:ext cx="4424629" cy="2557917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2ABAC8A1-879C-F96F-105E-75B59411D555}"/>
              </a:ext>
            </a:extLst>
          </p:cNvPr>
          <p:cNvSpPr txBox="1"/>
          <p:nvPr/>
        </p:nvSpPr>
        <p:spPr>
          <a:xfrm>
            <a:off x="1914020" y="3895524"/>
            <a:ext cx="32957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dirty="0"/>
              <a:t>3. PWM MODE STATE </a:t>
            </a:r>
            <a:r>
              <a:rPr lang="en-US" dirty="0">
                <a:sym typeface="Wingdings" panose="05000000000000000000" pitchFamily="2" charset="2"/>
              </a:rPr>
              <a:t>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53026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DDFE7D-492C-301E-D466-1264E2C6B5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311AE19E-F4AA-38C6-DADA-28EDDC357B3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3" r="123"/>
          <a:stretch/>
        </p:blipFill>
        <p:spPr>
          <a:xfrm>
            <a:off x="2281624" y="1606121"/>
            <a:ext cx="5600700" cy="3245304"/>
          </a:xfrm>
          <a:prstGeom prst="rect">
            <a:avLst/>
          </a:prstGeom>
        </p:spPr>
      </p:pic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7020C174-4992-2805-7C41-E46FB88C6FF2}"/>
              </a:ext>
            </a:extLst>
          </p:cNvPr>
          <p:cNvCxnSpPr>
            <a:cxnSpLocks/>
          </p:cNvCxnSpPr>
          <p:nvPr/>
        </p:nvCxnSpPr>
        <p:spPr>
          <a:xfrm flipH="1" flipV="1">
            <a:off x="6634549" y="3568271"/>
            <a:ext cx="1419225" cy="466725"/>
          </a:xfrm>
          <a:prstGeom prst="straightConnector1">
            <a:avLst/>
          </a:prstGeom>
          <a:ln w="57150">
            <a:solidFill>
              <a:schemeClr val="accent1">
                <a:lumMod val="60000"/>
                <a:lumOff val="4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A9B71E37-E016-FDDC-4AC9-051871FC0440}"/>
              </a:ext>
            </a:extLst>
          </p:cNvPr>
          <p:cNvSpPr txBox="1"/>
          <p:nvPr/>
        </p:nvSpPr>
        <p:spPr>
          <a:xfrm>
            <a:off x="8053774" y="3726505"/>
            <a:ext cx="258941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4. Adjust duty cycle percentage up (red) and down (black). </a:t>
            </a:r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D7B994E2-FF59-A653-F213-414DE5DA3DE1}"/>
              </a:ext>
            </a:extLst>
          </p:cNvPr>
          <p:cNvCxnSpPr>
            <a:cxnSpLocks/>
            <a:stCxn id="4" idx="1"/>
          </p:cNvCxnSpPr>
          <p:nvPr/>
        </p:nvCxnSpPr>
        <p:spPr>
          <a:xfrm flipH="1">
            <a:off x="6634549" y="4188170"/>
            <a:ext cx="1419225" cy="21678"/>
          </a:xfrm>
          <a:prstGeom prst="straightConnector1">
            <a:avLst/>
          </a:prstGeom>
          <a:ln w="57150">
            <a:solidFill>
              <a:schemeClr val="accent1">
                <a:lumMod val="60000"/>
                <a:lumOff val="4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3281422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7642C4-DB9E-B0BE-4AC7-33697D7944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B7B3F562-8B3D-0A43-6228-4FC1C960A07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3" r="123"/>
          <a:stretch/>
        </p:blipFill>
        <p:spPr>
          <a:xfrm>
            <a:off x="2281624" y="1606121"/>
            <a:ext cx="5600700" cy="3245304"/>
          </a:xfrm>
          <a:prstGeom prst="rect">
            <a:avLst/>
          </a:prstGeom>
        </p:spPr>
      </p:pic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4F3FAF83-3CCD-8ED6-E499-EE7FFEA8672E}"/>
              </a:ext>
            </a:extLst>
          </p:cNvPr>
          <p:cNvCxnSpPr>
            <a:cxnSpLocks/>
          </p:cNvCxnSpPr>
          <p:nvPr/>
        </p:nvCxnSpPr>
        <p:spPr>
          <a:xfrm flipH="1" flipV="1">
            <a:off x="5924936" y="3514820"/>
            <a:ext cx="2128838" cy="389915"/>
          </a:xfrm>
          <a:prstGeom prst="straightConnector1">
            <a:avLst/>
          </a:prstGeom>
          <a:ln w="57150">
            <a:solidFill>
              <a:schemeClr val="accent1">
                <a:lumMod val="60000"/>
                <a:lumOff val="4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966124C7-3E8F-A98A-638B-5D6F5D2EA282}"/>
              </a:ext>
            </a:extLst>
          </p:cNvPr>
          <p:cNvSpPr txBox="1"/>
          <p:nvPr/>
        </p:nvSpPr>
        <p:spPr>
          <a:xfrm>
            <a:off x="8053774" y="3726505"/>
            <a:ext cx="2589419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These adjust the frequency up (red) and down (black). Should not be needed to run pump. </a:t>
            </a:r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7BC92BAE-512F-A75C-DED0-296F9117C59E}"/>
              </a:ext>
            </a:extLst>
          </p:cNvPr>
          <p:cNvCxnSpPr>
            <a:cxnSpLocks/>
            <a:stCxn id="4" idx="1"/>
          </p:cNvCxnSpPr>
          <p:nvPr/>
        </p:nvCxnSpPr>
        <p:spPr>
          <a:xfrm flipH="1" flipV="1">
            <a:off x="5924936" y="4209848"/>
            <a:ext cx="2128838" cy="255321"/>
          </a:xfrm>
          <a:prstGeom prst="straightConnector1">
            <a:avLst/>
          </a:prstGeom>
          <a:ln w="57150">
            <a:solidFill>
              <a:schemeClr val="accent1">
                <a:lumMod val="60000"/>
                <a:lumOff val="4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DA652C24-B86C-C97F-555F-CE3A9D058A06}"/>
              </a:ext>
            </a:extLst>
          </p:cNvPr>
          <p:cNvSpPr txBox="1"/>
          <p:nvPr/>
        </p:nvSpPr>
        <p:spPr>
          <a:xfrm>
            <a:off x="2223444" y="1227020"/>
            <a:ext cx="69946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Other functions of the PWM/LIN Box in PWM Mode (for reference)</a:t>
            </a: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FAB3A78A-9E71-CE67-C2E4-565C8E66A426}"/>
              </a:ext>
            </a:extLst>
          </p:cNvPr>
          <p:cNvCxnSpPr>
            <a:cxnSpLocks/>
          </p:cNvCxnSpPr>
          <p:nvPr/>
        </p:nvCxnSpPr>
        <p:spPr>
          <a:xfrm flipH="1">
            <a:off x="7292417" y="3015049"/>
            <a:ext cx="761357" cy="213724"/>
          </a:xfrm>
          <a:prstGeom prst="straightConnector1">
            <a:avLst/>
          </a:prstGeom>
          <a:ln w="57150">
            <a:solidFill>
              <a:schemeClr val="accent1">
                <a:lumMod val="60000"/>
                <a:lumOff val="4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B36D7906-39AB-D02D-3D05-A1118B2125C8}"/>
              </a:ext>
            </a:extLst>
          </p:cNvPr>
          <p:cNvSpPr txBox="1"/>
          <p:nvPr/>
        </p:nvSpPr>
        <p:spPr>
          <a:xfrm>
            <a:off x="8053774" y="2842229"/>
            <a:ext cx="25894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Activates sleep mode.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22AE131-6DC1-E42A-1E4E-A9DBE886776D}"/>
              </a:ext>
            </a:extLst>
          </p:cNvPr>
          <p:cNvSpPr txBox="1"/>
          <p:nvPr/>
        </p:nvSpPr>
        <p:spPr>
          <a:xfrm>
            <a:off x="8053774" y="1691368"/>
            <a:ext cx="25894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Not used.</a:t>
            </a: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70D8FE68-DAED-E782-1163-69C3E4E43F16}"/>
              </a:ext>
            </a:extLst>
          </p:cNvPr>
          <p:cNvCxnSpPr>
            <a:cxnSpLocks/>
          </p:cNvCxnSpPr>
          <p:nvPr/>
        </p:nvCxnSpPr>
        <p:spPr>
          <a:xfrm flipH="1">
            <a:off x="5081974" y="1924041"/>
            <a:ext cx="2971800" cy="295619"/>
          </a:xfrm>
          <a:prstGeom prst="straightConnector1">
            <a:avLst/>
          </a:prstGeom>
          <a:ln w="57150">
            <a:solidFill>
              <a:schemeClr val="accent1">
                <a:lumMod val="60000"/>
                <a:lumOff val="4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E5732852-E94B-56C1-BD6B-D4BAB2A8326E}"/>
              </a:ext>
            </a:extLst>
          </p:cNvPr>
          <p:cNvSpPr txBox="1"/>
          <p:nvPr/>
        </p:nvSpPr>
        <p:spPr>
          <a:xfrm>
            <a:off x="244303" y="1691368"/>
            <a:ext cx="18658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dirty="0"/>
              <a:t>Not used.</a:t>
            </a:r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7CC3298C-B47C-2424-FF4C-57ECB05BDF3F}"/>
              </a:ext>
            </a:extLst>
          </p:cNvPr>
          <p:cNvCxnSpPr>
            <a:cxnSpLocks/>
            <a:stCxn id="19" idx="3"/>
          </p:cNvCxnSpPr>
          <p:nvPr/>
        </p:nvCxnSpPr>
        <p:spPr>
          <a:xfrm>
            <a:off x="2110174" y="1876034"/>
            <a:ext cx="1516405" cy="237018"/>
          </a:xfrm>
          <a:prstGeom prst="straightConnector1">
            <a:avLst/>
          </a:prstGeom>
          <a:ln w="57150">
            <a:solidFill>
              <a:schemeClr val="accent1">
                <a:lumMod val="60000"/>
                <a:lumOff val="4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1CF7121D-74BB-4700-9AAE-671EBA9A1B1F}"/>
              </a:ext>
            </a:extLst>
          </p:cNvPr>
          <p:cNvSpPr txBox="1"/>
          <p:nvPr/>
        </p:nvSpPr>
        <p:spPr>
          <a:xfrm>
            <a:off x="244303" y="4195984"/>
            <a:ext cx="18658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dirty="0"/>
              <a:t>Not used.</a:t>
            </a:r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7A703B40-B9A7-A163-7729-6EB0C44387A3}"/>
              </a:ext>
            </a:extLst>
          </p:cNvPr>
          <p:cNvCxnSpPr>
            <a:cxnSpLocks/>
          </p:cNvCxnSpPr>
          <p:nvPr/>
        </p:nvCxnSpPr>
        <p:spPr>
          <a:xfrm flipV="1">
            <a:off x="2110174" y="4263076"/>
            <a:ext cx="1369670" cy="117574"/>
          </a:xfrm>
          <a:prstGeom prst="straightConnector1">
            <a:avLst/>
          </a:prstGeom>
          <a:ln w="57150">
            <a:solidFill>
              <a:schemeClr val="accent1">
                <a:lumMod val="60000"/>
                <a:lumOff val="4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19043C83-DE26-9E38-4787-528EE63AC66F}"/>
              </a:ext>
            </a:extLst>
          </p:cNvPr>
          <p:cNvCxnSpPr>
            <a:cxnSpLocks/>
          </p:cNvCxnSpPr>
          <p:nvPr/>
        </p:nvCxnSpPr>
        <p:spPr>
          <a:xfrm flipV="1">
            <a:off x="2110174" y="4318895"/>
            <a:ext cx="2124075" cy="156059"/>
          </a:xfrm>
          <a:prstGeom prst="straightConnector1">
            <a:avLst/>
          </a:prstGeom>
          <a:ln w="57150">
            <a:solidFill>
              <a:schemeClr val="accent1">
                <a:lumMod val="60000"/>
                <a:lumOff val="4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B7E776FD-2E7C-04EE-CE15-71B053346DD3}"/>
              </a:ext>
            </a:extLst>
          </p:cNvPr>
          <p:cNvCxnSpPr>
            <a:cxnSpLocks/>
          </p:cNvCxnSpPr>
          <p:nvPr/>
        </p:nvCxnSpPr>
        <p:spPr>
          <a:xfrm flipV="1">
            <a:off x="2110174" y="4378181"/>
            <a:ext cx="2816053" cy="196538"/>
          </a:xfrm>
          <a:prstGeom prst="straightConnector1">
            <a:avLst/>
          </a:prstGeom>
          <a:ln w="57150">
            <a:solidFill>
              <a:schemeClr val="accent1">
                <a:lumMod val="60000"/>
                <a:lumOff val="4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>
            <a:extLst>
              <a:ext uri="{FF2B5EF4-FFF2-40B4-BE49-F238E27FC236}">
                <a16:creationId xmlns:a16="http://schemas.microsoft.com/office/drawing/2014/main" id="{4655158A-1487-195B-77BA-64CCD5C9135C}"/>
              </a:ext>
            </a:extLst>
          </p:cNvPr>
          <p:cNvSpPr txBox="1"/>
          <p:nvPr/>
        </p:nvSpPr>
        <p:spPr>
          <a:xfrm>
            <a:off x="2281624" y="4814594"/>
            <a:ext cx="56007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Side ports on box are also not used.</a:t>
            </a:r>
          </a:p>
        </p:txBody>
      </p:sp>
    </p:spTree>
    <p:extLst>
      <p:ext uri="{BB962C8B-B14F-4D97-AF65-F5344CB8AC3E}">
        <p14:creationId xmlns:p14="http://schemas.microsoft.com/office/powerpoint/2010/main" val="3856776250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AXMLTEMPLATE" val="presentation_169"/>
  <p:tag name="SAXMLCOMPANYNAME" val="bosch"/>
  <p:tag name="MLLANGUAGE" val="eng"/>
  <p:tag name="MLTEMPLATEVERSION" val="2.2"/>
  <p:tag name="SAXCONVERSION" val="2"/>
</p:tagLst>
</file>

<file path=ppt/theme/theme1.xml><?xml version="1.0" encoding="utf-8"?>
<a:theme xmlns:a="http://schemas.openxmlformats.org/drawingml/2006/main" name="Bosch 2024">
  <a:themeElements>
    <a:clrScheme name="Bosch Blau">
      <a:dk1>
        <a:sysClr val="windowText" lastClr="000000"/>
      </a:dk1>
      <a:lt1>
        <a:sysClr val="window" lastClr="FFFFFF"/>
      </a:lt1>
      <a:dk2>
        <a:srgbClr val="424C58"/>
      </a:dk2>
      <a:lt2>
        <a:srgbClr val="B2B3B5"/>
      </a:lt2>
      <a:accent1>
        <a:srgbClr val="007BC0"/>
      </a:accent1>
      <a:accent2>
        <a:srgbClr val="004975"/>
      </a:accent2>
      <a:accent3>
        <a:srgbClr val="007BC0"/>
      </a:accent3>
      <a:accent4>
        <a:srgbClr val="004975"/>
      </a:accent4>
      <a:accent5>
        <a:srgbClr val="007BC0"/>
      </a:accent5>
      <a:accent6>
        <a:srgbClr val="004975"/>
      </a:accent6>
      <a:hlink>
        <a:srgbClr val="738CB4"/>
      </a:hlink>
      <a:folHlink>
        <a:srgbClr val="B0BBD0"/>
      </a:folHlink>
    </a:clrScheme>
    <a:fontScheme name="Bosch">
      <a:majorFont>
        <a:latin typeface="Bosch Office Sans"/>
        <a:ea typeface=""/>
        <a:cs typeface=""/>
      </a:majorFont>
      <a:minorFont>
        <a:latin typeface="Bosch Office San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 w="9525" cap="flat" cmpd="sng" algn="ctr">
          <a:solidFill>
            <a:srgbClr val="3F136C"/>
          </a:solidFill>
          <a:prstDash val="solid"/>
        </a:ln>
        <a:effectLst/>
      </a:spPr>
      <a:bodyPr rtlCol="0" anchor="ctr"/>
      <a:lstStyle>
        <a:defPPr marL="0" marR="0" indent="0" algn="ctr" defTabSz="914400" eaLnBrk="1" fontAlgn="auto" latinLnBrk="0" hangingPunct="1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kern="0" cap="none" spc="0" normalizeH="0" baseline="0" noProof="0" dirty="0" smtClean="0">
            <a:ln>
              <a:noFill/>
            </a:ln>
            <a:solidFill>
              <a:srgbClr val="000000"/>
            </a:solidFill>
            <a:effectLst/>
            <a:uLnTx/>
            <a:uFillTx/>
            <a:latin typeface="Bosch Office Sans"/>
            <a:ea typeface="+mn-ea"/>
            <a:cs typeface="+mn-cs"/>
          </a:defRPr>
        </a:defPPr>
      </a:lstStyle>
    </a:spDef>
    <a:txDef>
      <a:spPr>
        <a:noFill/>
      </a:spPr>
      <a:bodyPr wrap="square" lIns="0" tIns="0" rIns="0" bIns="0" rtlCol="0">
        <a:noAutofit/>
      </a:bodyPr>
      <a:lstStyle>
        <a:defPPr marR="0" algn="l" defTabSz="914400" eaLnBrk="1" fontAlgn="auto" latinLnBrk="0" hangingPunct="1">
          <a:spcBef>
            <a:spcPts val="50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kern="0" cap="none" spc="0" normalizeH="0" baseline="0" noProof="0" smtClean="0">
            <a:ln>
              <a:noFill/>
            </a:ln>
            <a:solidFill>
              <a:srgbClr val="000000"/>
            </a:solidFill>
            <a:effectLst/>
            <a:uLnTx/>
            <a:uFillTx/>
          </a:defRPr>
        </a:defPPr>
      </a:lstStyle>
    </a:txDef>
  </a:objectDefaults>
  <a:extraClrSchemeLst/>
  <a:custClrLst>
    <a:custClr name="Bosch Red 50">
      <a:srgbClr val="ED0007"/>
    </a:custClr>
    <a:custClr name="Bosch Purple 40">
      <a:srgbClr val="9E2896"/>
    </a:custClr>
    <a:custClr name="Bosch Purple 20">
      <a:srgbClr val="551151"/>
    </a:custClr>
    <a:custClr name="Bosch Blue 50">
      <a:srgbClr val="007BC0"/>
    </a:custClr>
    <a:custClr name="Bosch Blue 30">
      <a:srgbClr val="004975"/>
    </a:custClr>
    <a:custClr name="Bosch Turquoise 50">
      <a:srgbClr val="18837E"/>
    </a:custClr>
    <a:custClr name="Bosch Turquoise 30">
      <a:srgbClr val="0A4F4B"/>
    </a:custClr>
    <a:custClr name="Bosch Green 50">
      <a:srgbClr val="00884A"/>
    </a:custClr>
    <a:custClr name="Bosch Green 30">
      <a:srgbClr val="00512A"/>
    </a:custClr>
    <a:custClr name="Bosch Gray 50">
      <a:srgbClr val="71767C"/>
    </a:custClr>
  </a:custClrLst>
  <a:extLst>
    <a:ext uri="{05A4C25C-085E-4340-85A3-A5531E510DB2}">
      <thm15:themeFamily xmlns:thm15="http://schemas.microsoft.com/office/thememl/2012/main" name="template1.potx" id="{198F02AD-A328-41CF-AEF3-4AEA9DC97E6D}" vid="{A553CE3C-9352-4BF3-9E58-0BEA59765750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item1.xml><?xml version="1.0" encoding="utf-8"?>
<sax_Colors>
  <Line size="7">
    <Color val="9e2896" tooltip="Bosch Purple 40"/>
    <Color val="551151" tooltip="Bosch Purple 20"/>
  </Line>
  <Line size="7">
    <Color val="007bc0" tooltip="Bosch Blue 50"/>
    <Color val="004975" tooltip="Bosch Blue 30"/>
  </Line>
  <Line size="7">
    <Color val="18837e" tooltip="Bosch Turquoise 50"/>
    <Color val="0a4f4b" tooltip="Bosch Turquoise 30"/>
  </Line>
  <Line size="7">
    <Color val="00884a" tooltip="Bosch Green 50"/>
    <Color val="00512a" tooltip="Bosch Green 30"/>
  </Line>
</sax_Colors>
</file>

<file path=customXml/item2.xml><?xml version="1.0" encoding="utf-8"?>
<saxML>
  <saxMLTemplate>presentation_169</saxMLTemplate>
  <Variablen>
    <Variable>
      <Name>attachmentremark</Name>
      <OrgInhalt/>
      <Wert/>
      <Platzhalter>False</Platzhalter>
      <DocDatenDialog>True</DocDatenDialog>
      <Label>Attachment</Label>
      <FrageVar>False</FrageVar>
      <Prefix/>
      <Suffix/>
      <WegfallVar/>
      <MussFeld>False</MussFeld>
      <InDokument>True</InDokument>
      <Sektion>AttachmentRemark</Sektion>
      <Reihenfolge>0</Reihenfolge>
    </Variable>
    <Variable>
      <Name>departmentshort</Name>
      <OrgInhalt>PS-TS/EAC-NA</OrgInhalt>
      <Wert>PS-TS/EAC-NA</Wert>
      <Platzhalter>False</Platzhalter>
      <DocDatenDialog>True</DocDatenDialog>
      <Label>Authoring</Label>
      <FrageVar>False</FrageVar>
      <Prefix/>
      <Suffix/>
      <WegfallVar/>
      <MussFeld>False</MussFeld>
      <Trenner>
        <VariableVor>classification</VariableVor>
        <VariableVor>businessunit</VariableVor>
        <Zwischen> | </Zwischen>
        <VariableNach>departmentshort</VariableNach>
      </Trenner>
      <InDokument>True</InDokument>
      <Sektion>Bosch_footer_1</Sektion>
      <Reihenfolge/>
    </Variable>
    <Variable>
      <Name>classification</Name>
      <OrgInhalt>Internal C-SC1</OrgInhalt>
      <Wert>Internal C-SC1</Wert>
      <Platzhalter>False</Platzhalter>
      <DocDatenDialog>True</DocDatenDialog>
      <Label>Classification:</Label>
      <FrageVar>False</FrageVar>
      <Prefix/>
      <Suffix/>
      <WegfallVar/>
      <ComboBox>
        <Option>Public C-SC0</Option>
        <Option>Internal C-SC1</Option>
        <Option>Confidential C-SC2</Option>
        <Option>Strictly confidential C-SC3</Option>
        <Option/>
      </ComboBox>
      <MussFeld>False</MussFeld>
      <InDokument>True</InDokument>
      <Sektion>Bosch_footer_1</Sektion>
      <Reihenfolge>0</Reihenfolge>
    </Variable>
    <Variable>
      <Name>classification2</Name>
      <OrgInhalt>Internal C-SC1</OrgInhalt>
      <Wert>Internal C-SC1</Wert>
      <Platzhalter>False</Platzhalter>
      <DocDatenDialog>False</DocDatenDialog>
      <Label>Classification:</Label>
      <FrageVar>False</FrageVar>
      <Prefix/>
      <Suffix/>
      <WegfallVar/>
      <ComboBox>
        <Option>Public C-SC0</Option>
        <Option>Internal C-SC1</Option>
        <Option>Confidential C-SC2</Option>
        <Option>Strictly confidential C-SC3</Option>
        <Option/>
      </ComboBox>
      <MussFeld>False</MussFeld>
      <InDokument>True</InDokument>
      <Sektion>Bosch_footer_conf</Sektion>
      <Reihenfolge>0</Reihenfolge>
    </Variable>
    <Variable>
      <Name>copyright</Name>
      <OrgInhalt>© 2026 Robert Bosch LLC and affiliates. All rights reserved.</OrgInhalt>
      <Wert>© 2026 Robert Bosch LLC and affiliates. All rights reserved.</Wert>
      <Platzhalter>False</Platzhalter>
      <DocDatenDialog>False</DocDatenDialog>
      <Label>$tr_copyright$</Label>
      <FrageVar>False</FrageVar>
      <Prefix/>
      <Suffix/>
      <WegfallVar/>
      <MussFeld>False</MussFeld>
      <Trenner>
        <VariableVor>repositoryremark</VariableVor>
        <Zwischen>&lt;br&gt;</Zwischen>
        <VariableNach>copyright</VariableNach>
      </Trenner>
      <InDokument>True</InDokument>
      <Sektion>Bosch_footer_2</Sektion>
      <Reihenfolge/>
    </Variable>
    <Variable>
      <Name>dateformat</Name>
      <OrgInhalt>2026-03-18</OrgInhalt>
      <Wert>2026-03-18</Wert>
      <Platzhalter>False</Platzhalter>
      <DocDatenDialog>True</DocDatenDialog>
      <Label>Date</Label>
      <FrageVar>False</FrageVar>
      <Prefix/>
      <Suffix/>
      <WegfallVar/>
      <MussFeld>False</MussFeld>
      <Trenner>
        <VariableVor>departmentshort</VariableVor>
        <VariableVor>classification</VariableVor>
        <VariableVor>businessunit</VariableVor>
        <Zwischen> | </Zwischen>
        <VariableNach>dateformat</VariableNach>
      </Trenner>
      <InDokument>True</InDokument>
      <Sektion>Bosch_footer_1</Sektion>
      <Reihenfolge>0</Reihenfolge>
    </Variable>
    <Variable>
      <Name>businessunit</Name>
      <OrgInhalt>Power Solutions</OrgInhalt>
      <Wert>Power Solutions</Wert>
      <Platzhalter>False</Platzhalter>
      <DocDatenDialog>False</DocDatenDialog>
      <Label>$tr_businessunit$</Label>
      <FrageVar>False</FrageVar>
      <Prefix/>
      <Suffix/>
      <WegfallVar/>
      <MussFeld>False</MussFeld>
      <Trenner>
        <VariableVor>classification</VariableVor>
        <Zwischen> | </Zwischen>
        <VariableNach>businessunit</VariableNach>
      </Trenner>
      <InDokument>True</InDokument>
      <Sektion>Bosch_footer_1</Sektion>
      <Reihenfolge>0</Reihenfolge>
    </Variable>
    <Variable>
      <Name>repositoryremark</Name>
      <OrgInhalt/>
      <Wert/>
      <Platzhalter>False</Platzhalter>
      <DocDatenDialog>True</DocDatenDialog>
      <Label>Filing note</Label>
      <FrageVar>False</FrageVar>
      <Prefix/>
      <Suffix/>
      <WegfallVar/>
      <MussFeld>False</MussFeld>
      <InDokument>True</InDokument>
      <Sektion>Bosch_footer_2</Sektion>
      <Reihenfolge>0</Reihenfolge>
    </Variable>
  </Variablen>
</saxML>
</file>

<file path=customXml/itemProps1.xml><?xml version="1.0" encoding="utf-8"?>
<ds:datastoreItem xmlns:ds="http://schemas.openxmlformats.org/officeDocument/2006/customXml" ds:itemID="{D0252559-44F8-474C-B66D-E357B88E32C2}">
  <ds:schemaRefs/>
</ds:datastoreItem>
</file>

<file path=customXml/itemProps2.xml><?xml version="1.0" encoding="utf-8"?>
<ds:datastoreItem xmlns:ds="http://schemas.openxmlformats.org/officeDocument/2006/customXml" ds:itemID="{304CF217-3C90-4AA0-B541-CE45F9BD305E}">
  <ds:schemaRefs/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presentation_169_1</Template>
  <TotalTime>18</TotalTime>
  <Words>123</Words>
  <Application>Microsoft Office PowerPoint</Application>
  <PresentationFormat>Custom</PresentationFormat>
  <Paragraphs>18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10" baseType="lpstr">
      <vt:lpstr>Arial</vt:lpstr>
      <vt:lpstr>Bosch Office Sans</vt:lpstr>
      <vt:lpstr>Calibri</vt:lpstr>
      <vt:lpstr>Symbol</vt:lpstr>
      <vt:lpstr>Wingdings</vt:lpstr>
      <vt:lpstr>Bosch 2024</vt:lpstr>
      <vt:lpstr>PAD2 PUMP CONNECTION DIAGRAM 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Lentz Lars (ED/EAC-TS-NA)</dc:creator>
  <cp:lastModifiedBy>Lentz Lars (ED/EAC-TS-NA)</cp:lastModifiedBy>
  <cp:revision>1</cp:revision>
  <dcterms:created xsi:type="dcterms:W3CDTF">2026-03-18T16:45:34Z</dcterms:created>
  <dcterms:modified xsi:type="dcterms:W3CDTF">2026-03-18T17:04:16Z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ttachmentremark">
    <vt:lpwstr>$attachmentremark$</vt:lpwstr>
  </property>
  <property fmtid="{D5CDD505-2E9C-101B-9397-08002B2CF9AE}" pid="3" name="classification">
    <vt:lpwstr>$tr_sc_internal$</vt:lpwstr>
  </property>
  <property fmtid="{D5CDD505-2E9C-101B-9397-08002B2CF9AE}" pid="4" name="copyright">
    <vt:lpwstr>$copyright$</vt:lpwstr>
  </property>
  <property fmtid="{D5CDD505-2E9C-101B-9397-08002B2CF9AE}" pid="5" name="dateformat">
    <vt:lpwstr>$dateformat$</vt:lpwstr>
  </property>
  <property fmtid="{D5CDD505-2E9C-101B-9397-08002B2CF9AE}" pid="6" name="businessunit">
    <vt:lpwstr>$businessunit$</vt:lpwstr>
  </property>
  <property fmtid="{D5CDD505-2E9C-101B-9397-08002B2CF9AE}" pid="7" name="repositoryremark">
    <vt:lpwstr>$repositoryremark$</vt:lpwstr>
  </property>
</Properties>
</file>